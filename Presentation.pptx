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9" r:id="rId7"/>
    <p:sldId id="260" r:id="rId8"/>
    <p:sldId id="264"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8EF37E-131A-4E55-89D5-ED0B2386E9B9}" v="13" dt="2025-11-20T09:33:06.943"/>
    <p1510:client id="{3825397D-0CAA-D3FA-450D-467338C48C85}" v="5" dt="2025-11-20T12:36:57.673"/>
    <p1510:client id="{50D30B02-8718-6ADE-4C02-7351B6565713}" v="24" dt="2025-11-19T15:34:39.147"/>
    <p1510:client id="{709C0746-E980-D1DC-751F-E24D6225F668}" v="22" dt="2025-11-19T12:38:41.550"/>
    <p1510:client id="{7522DE4C-4E0D-D96A-9EEB-35DDD37CC454}" v="35" dt="2025-11-19T10:40:00.532"/>
    <p1510:client id="{760B1D1F-5EF4-3722-0E8A-D08B431791D3}" v="86" dt="2025-11-20T10:22:53.583"/>
    <p1510:client id="{77F961EA-024A-90F2-6B81-2BD1B738892B}" v="1" dt="2025-11-20T12:38:13.185"/>
    <p1510:client id="{ABAA8B71-3F62-D856-F4A7-FC7C22E5EFE9}" v="12" dt="2025-11-19T09:41:22.997"/>
    <p1510:client id="{BAE1C06C-5C38-D603-EC07-AEA734B6F71F}" v="120" dt="2025-11-19T18:31:27.759"/>
    <p1510:client id="{F70EAF9D-96BC-40CB-9DAA-0526F03D038B}" v="85" dt="2025-11-20T10:49:02.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the S (DA-LON14)" userId="S::agathes@genstudents.org::f5915e61-d89d-405e-b28f-ea68e228edf4" providerId="AD" clId="Web-{709C0746-E980-D1DC-751F-E24D6225F668}"/>
    <pc:docChg chg="modSld">
      <pc:chgData name="Agathe S (DA-LON14)" userId="S::agathes@genstudents.org::f5915e61-d89d-405e-b28f-ea68e228edf4" providerId="AD" clId="Web-{709C0746-E980-D1DC-751F-E24D6225F668}" dt="2025-11-19T12:38:41.550" v="21" actId="1076"/>
      <pc:docMkLst>
        <pc:docMk/>
      </pc:docMkLst>
      <pc:sldChg chg="addSp delSp modSp">
        <pc:chgData name="Agathe S (DA-LON14)" userId="S::agathes@genstudents.org::f5915e61-d89d-405e-b28f-ea68e228edf4" providerId="AD" clId="Web-{709C0746-E980-D1DC-751F-E24D6225F668}" dt="2025-11-19T10:43:28.383" v="10"/>
        <pc:sldMkLst>
          <pc:docMk/>
          <pc:sldMk cId="3711765089" sldId="259"/>
        </pc:sldMkLst>
        <pc:spChg chg="del">
          <ac:chgData name="Agathe S (DA-LON14)" userId="S::agathes@genstudents.org::f5915e61-d89d-405e-b28f-ea68e228edf4" providerId="AD" clId="Web-{709C0746-E980-D1DC-751F-E24D6225F668}" dt="2025-11-19T10:42:30.585" v="0"/>
          <ac:spMkLst>
            <pc:docMk/>
            <pc:sldMk cId="3711765089" sldId="259"/>
            <ac:spMk id="2" creationId="{A1F6337C-5164-CD07-7A78-61E39BC636AB}"/>
          </ac:spMkLst>
        </pc:spChg>
        <pc:spChg chg="add del mod">
          <ac:chgData name="Agathe S (DA-LON14)" userId="S::agathes@genstudents.org::f5915e61-d89d-405e-b28f-ea68e228edf4" providerId="AD" clId="Web-{709C0746-E980-D1DC-751F-E24D6225F668}" dt="2025-11-19T10:43:01.727" v="7"/>
          <ac:spMkLst>
            <pc:docMk/>
            <pc:sldMk cId="3711765089" sldId="259"/>
            <ac:spMk id="4" creationId="{F40E41FE-7666-D016-ED6F-0088D110591B}"/>
          </ac:spMkLst>
        </pc:spChg>
        <pc:spChg chg="add mod">
          <ac:chgData name="Agathe S (DA-LON14)" userId="S::agathes@genstudents.org::f5915e61-d89d-405e-b28f-ea68e228edf4" providerId="AD" clId="Web-{709C0746-E980-D1DC-751F-E24D6225F668}" dt="2025-11-19T10:43:28.383" v="10"/>
          <ac:spMkLst>
            <pc:docMk/>
            <pc:sldMk cId="3711765089" sldId="259"/>
            <ac:spMk id="7" creationId="{24A6AA19-5589-D54A-90F3-358B3E46A118}"/>
          </ac:spMkLst>
        </pc:spChg>
      </pc:sldChg>
      <pc:sldChg chg="addSp modSp">
        <pc:chgData name="Agathe S (DA-LON14)" userId="S::agathes@genstudents.org::f5915e61-d89d-405e-b28f-ea68e228edf4" providerId="AD" clId="Web-{709C0746-E980-D1DC-751F-E24D6225F668}" dt="2025-11-19T11:15:09.175" v="14"/>
        <pc:sldMkLst>
          <pc:docMk/>
          <pc:sldMk cId="2581366074" sldId="261"/>
        </pc:sldMkLst>
        <pc:picChg chg="add mod modCrop">
          <ac:chgData name="Agathe S (DA-LON14)" userId="S::agathes@genstudents.org::f5915e61-d89d-405e-b28f-ea68e228edf4" providerId="AD" clId="Web-{709C0746-E980-D1DC-751F-E24D6225F668}" dt="2025-11-19T11:15:09.175" v="14"/>
          <ac:picMkLst>
            <pc:docMk/>
            <pc:sldMk cId="2581366074" sldId="261"/>
            <ac:picMk id="5" creationId="{AF5B115C-3F46-CF54-E04C-705902D1962C}"/>
          </ac:picMkLst>
        </pc:picChg>
      </pc:sldChg>
      <pc:sldChg chg="addSp delSp modSp">
        <pc:chgData name="Agathe S (DA-LON14)" userId="S::agathes@genstudents.org::f5915e61-d89d-405e-b28f-ea68e228edf4" providerId="AD" clId="Web-{709C0746-E980-D1DC-751F-E24D6225F668}" dt="2025-11-19T12:38:41.550" v="21" actId="1076"/>
        <pc:sldMkLst>
          <pc:docMk/>
          <pc:sldMk cId="72882140" sldId="263"/>
        </pc:sldMkLst>
        <pc:spChg chg="del">
          <ac:chgData name="Agathe S (DA-LON14)" userId="S::agathes@genstudents.org::f5915e61-d89d-405e-b28f-ea68e228edf4" providerId="AD" clId="Web-{709C0746-E980-D1DC-751F-E24D6225F668}" dt="2025-11-19T12:37:51.612" v="15"/>
          <ac:spMkLst>
            <pc:docMk/>
            <pc:sldMk cId="72882140" sldId="263"/>
            <ac:spMk id="3" creationId="{10A7E950-4A12-4743-7B16-531E99F7FEF2}"/>
          </ac:spMkLst>
        </pc:spChg>
        <pc:picChg chg="add mod ord modCrop">
          <ac:chgData name="Agathe S (DA-LON14)" userId="S::agathes@genstudents.org::f5915e61-d89d-405e-b28f-ea68e228edf4" providerId="AD" clId="Web-{709C0746-E980-D1DC-751F-E24D6225F668}" dt="2025-11-19T12:38:41.550" v="21" actId="1076"/>
          <ac:picMkLst>
            <pc:docMk/>
            <pc:sldMk cId="72882140" sldId="263"/>
            <ac:picMk id="4" creationId="{B92C2C7F-1A5A-99FF-3147-F9E912BBC149}"/>
          </ac:picMkLst>
        </pc:picChg>
      </pc:sldChg>
    </pc:docChg>
  </pc:docChgLst>
  <pc:docChgLst>
    <pc:chgData name="Sama N (DA-LON14)" userId="S::saman@genstudents.org::62008a39-1c26-4175-b877-e17dac4c57c7" providerId="AD" clId="Web-{F70EAF9D-96BC-40CB-9DAA-0526F03D038B}"/>
    <pc:docChg chg="modSld">
      <pc:chgData name="Sama N (DA-LON14)" userId="S::saman@genstudents.org::62008a39-1c26-4175-b877-e17dac4c57c7" providerId="AD" clId="Web-{F70EAF9D-96BC-40CB-9DAA-0526F03D038B}" dt="2025-11-20T10:49:02.920" v="48" actId="14100"/>
      <pc:docMkLst>
        <pc:docMk/>
      </pc:docMkLst>
      <pc:sldChg chg="addSp modSp">
        <pc:chgData name="Sama N (DA-LON14)" userId="S::saman@genstudents.org::62008a39-1c26-4175-b877-e17dac4c57c7" providerId="AD" clId="Web-{F70EAF9D-96BC-40CB-9DAA-0526F03D038B}" dt="2025-11-20T10:49:02.920" v="48" actId="14100"/>
        <pc:sldMkLst>
          <pc:docMk/>
          <pc:sldMk cId="4110981682" sldId="264"/>
        </pc:sldMkLst>
        <pc:spChg chg="add mod">
          <ac:chgData name="Sama N (DA-LON14)" userId="S::saman@genstudents.org::62008a39-1c26-4175-b877-e17dac4c57c7" providerId="AD" clId="Web-{F70EAF9D-96BC-40CB-9DAA-0526F03D038B}" dt="2025-11-20T10:49:02.920" v="48" actId="14100"/>
          <ac:spMkLst>
            <pc:docMk/>
            <pc:sldMk cId="4110981682" sldId="264"/>
            <ac:spMk id="3" creationId="{20212260-AF19-4193-AD3F-057A036035B4}"/>
          </ac:spMkLst>
        </pc:spChg>
        <pc:picChg chg="mod">
          <ac:chgData name="Sama N (DA-LON14)" userId="S::saman@genstudents.org::62008a39-1c26-4175-b877-e17dac4c57c7" providerId="AD" clId="Web-{F70EAF9D-96BC-40CB-9DAA-0526F03D038B}" dt="2025-11-20T10:48:35.653" v="42" actId="1076"/>
          <ac:picMkLst>
            <pc:docMk/>
            <pc:sldMk cId="4110981682" sldId="264"/>
            <ac:picMk id="4" creationId="{BE7505E9-7601-FB0F-D8AE-6B3E59B6095A}"/>
          </ac:picMkLst>
        </pc:picChg>
      </pc:sldChg>
    </pc:docChg>
  </pc:docChgLst>
  <pc:docChgLst>
    <pc:chgData name="Agathe S (DA-LON14)" userId="S::agathes@genstudents.org::f5915e61-d89d-405e-b28f-ea68e228edf4" providerId="AD" clId="Web-{EDDC4A62-3489-8619-BBBD-3811820C2672}"/>
    <pc:docChg chg="modSld">
      <pc:chgData name="Agathe S (DA-LON14)" userId="S::agathes@genstudents.org::f5915e61-d89d-405e-b28f-ea68e228edf4" providerId="AD" clId="Web-{EDDC4A62-3489-8619-BBBD-3811820C2672}" dt="2025-11-19T18:44:53.933" v="38"/>
      <pc:docMkLst>
        <pc:docMk/>
      </pc:docMkLst>
      <pc:sldChg chg="modNotes">
        <pc:chgData name="Agathe S (DA-LON14)" userId="S::agathes@genstudents.org::f5915e61-d89d-405e-b28f-ea68e228edf4" providerId="AD" clId="Web-{EDDC4A62-3489-8619-BBBD-3811820C2672}" dt="2025-11-19T18:44:53.933" v="38"/>
        <pc:sldMkLst>
          <pc:docMk/>
          <pc:sldMk cId="2914972925" sldId="262"/>
        </pc:sldMkLst>
      </pc:sldChg>
    </pc:docChg>
  </pc:docChgLst>
  <pc:docChgLst>
    <pc:chgData name="Purbasha R (DA-LON14)" userId="S::purbashar@genstudents.org::7051491a-c0cd-472e-80b6-8647f6d07ef0" providerId="AD" clId="Web-{39AA352E-DBD6-2911-60DB-B5415D324271}"/>
    <pc:docChg chg="modSld">
      <pc:chgData name="Purbasha R (DA-LON14)" userId="S::purbashar@genstudents.org::7051491a-c0cd-472e-80b6-8647f6d07ef0" providerId="AD" clId="Web-{39AA352E-DBD6-2911-60DB-B5415D324271}" dt="2025-11-19T20:01:56.712" v="1"/>
      <pc:docMkLst>
        <pc:docMk/>
      </pc:docMkLst>
      <pc:sldChg chg="modNotes">
        <pc:chgData name="Purbasha R (DA-LON14)" userId="S::purbashar@genstudents.org::7051491a-c0cd-472e-80b6-8647f6d07ef0" providerId="AD" clId="Web-{39AA352E-DBD6-2911-60DB-B5415D324271}" dt="2025-11-19T20:01:56.712" v="1"/>
        <pc:sldMkLst>
          <pc:docMk/>
          <pc:sldMk cId="2914972925" sldId="262"/>
        </pc:sldMkLst>
      </pc:sldChg>
    </pc:docChg>
  </pc:docChgLst>
  <pc:docChgLst>
    <pc:chgData name="Agathe S (DA-LON14)" userId="S::agathes@genstudents.org::f5915e61-d89d-405e-b28f-ea68e228edf4" providerId="AD" clId="Web-{3825397D-0CAA-D3FA-450D-467338C48C85}"/>
    <pc:docChg chg="modSld">
      <pc:chgData name="Agathe S (DA-LON14)" userId="S::agathes@genstudents.org::f5915e61-d89d-405e-b28f-ea68e228edf4" providerId="AD" clId="Web-{3825397D-0CAA-D3FA-450D-467338C48C85}" dt="2025-11-20T12:36:57.157" v="1" actId="20577"/>
      <pc:docMkLst>
        <pc:docMk/>
      </pc:docMkLst>
      <pc:sldChg chg="modSp">
        <pc:chgData name="Agathe S (DA-LON14)" userId="S::agathes@genstudents.org::f5915e61-d89d-405e-b28f-ea68e228edf4" providerId="AD" clId="Web-{3825397D-0CAA-D3FA-450D-467338C48C85}" dt="2025-11-20T12:36:57.157" v="1" actId="20577"/>
        <pc:sldMkLst>
          <pc:docMk/>
          <pc:sldMk cId="4110981682" sldId="264"/>
        </pc:sldMkLst>
        <pc:spChg chg="mod">
          <ac:chgData name="Agathe S (DA-LON14)" userId="S::agathes@genstudents.org::f5915e61-d89d-405e-b28f-ea68e228edf4" providerId="AD" clId="Web-{3825397D-0CAA-D3FA-450D-467338C48C85}" dt="2025-11-20T12:36:57.157" v="1" actId="20577"/>
          <ac:spMkLst>
            <pc:docMk/>
            <pc:sldMk cId="4110981682" sldId="264"/>
            <ac:spMk id="3" creationId="{20212260-AF19-4193-AD3F-057A036035B4}"/>
          </ac:spMkLst>
        </pc:spChg>
      </pc:sldChg>
    </pc:docChg>
  </pc:docChgLst>
  <pc:docChgLst>
    <pc:chgData name="Agathe S (DA-LON14)" userId="S::agathes@genstudents.org::f5915e61-d89d-405e-b28f-ea68e228edf4" providerId="AD" clId="Web-{ABAA8B71-3F62-D856-F4A7-FC7C22E5EFE9}"/>
    <pc:docChg chg="modSld">
      <pc:chgData name="Agathe S (DA-LON14)" userId="S::agathes@genstudents.org::f5915e61-d89d-405e-b28f-ea68e228edf4" providerId="AD" clId="Web-{ABAA8B71-3F62-D856-F4A7-FC7C22E5EFE9}" dt="2025-11-19T09:41:22.403" v="8"/>
      <pc:docMkLst>
        <pc:docMk/>
      </pc:docMkLst>
      <pc:sldChg chg="addSp delSp modSp">
        <pc:chgData name="Agathe S (DA-LON14)" userId="S::agathes@genstudents.org::f5915e61-d89d-405e-b28f-ea68e228edf4" providerId="AD" clId="Web-{ABAA8B71-3F62-D856-F4A7-FC7C22E5EFE9}" dt="2025-11-19T09:41:22.403" v="8"/>
        <pc:sldMkLst>
          <pc:docMk/>
          <pc:sldMk cId="3711765089" sldId="259"/>
        </pc:sldMkLst>
        <pc:spChg chg="add del mod">
          <ac:chgData name="Agathe S (DA-LON14)" userId="S::agathes@genstudents.org::f5915e61-d89d-405e-b28f-ea68e228edf4" providerId="AD" clId="Web-{ABAA8B71-3F62-D856-F4A7-FC7C22E5EFE9}" dt="2025-11-19T09:41:22.403" v="8"/>
          <ac:spMkLst>
            <pc:docMk/>
            <pc:sldMk cId="3711765089" sldId="259"/>
            <ac:spMk id="5" creationId="{D0226660-4744-E206-75E8-F62E0BC4C43C}"/>
          </ac:spMkLst>
        </pc:spChg>
        <pc:spChg chg="del">
          <ac:chgData name="Agathe S (DA-LON14)" userId="S::agathes@genstudents.org::f5915e61-d89d-405e-b28f-ea68e228edf4" providerId="AD" clId="Web-{ABAA8B71-3F62-D856-F4A7-FC7C22E5EFE9}" dt="2025-11-19T09:35:05.710" v="1"/>
          <ac:spMkLst>
            <pc:docMk/>
            <pc:sldMk cId="3711765089" sldId="259"/>
            <ac:spMk id="11" creationId="{74FD91E1-8DD1-5140-B90F-54A8B4B53184}"/>
          </ac:spMkLst>
        </pc:spChg>
        <pc:picChg chg="add del mod ord">
          <ac:chgData name="Agathe S (DA-LON14)" userId="S::agathes@genstudents.org::f5915e61-d89d-405e-b28f-ea68e228edf4" providerId="AD" clId="Web-{ABAA8B71-3F62-D856-F4A7-FC7C22E5EFE9}" dt="2025-11-19T09:38:01.442" v="6"/>
          <ac:picMkLst>
            <pc:docMk/>
            <pc:sldMk cId="3711765089" sldId="259"/>
            <ac:picMk id="3" creationId="{71A08AD9-9879-2B6A-EB3F-8302F223C6EE}"/>
          </ac:picMkLst>
        </pc:picChg>
        <pc:picChg chg="add mod ord">
          <ac:chgData name="Agathe S (DA-LON14)" userId="S::agathes@genstudents.org::f5915e61-d89d-405e-b28f-ea68e228edf4" providerId="AD" clId="Web-{ABAA8B71-3F62-D856-F4A7-FC7C22E5EFE9}" dt="2025-11-19T09:41:22.403" v="8"/>
          <ac:picMkLst>
            <pc:docMk/>
            <pc:sldMk cId="3711765089" sldId="259"/>
            <ac:picMk id="6" creationId="{D16C5AAD-CD34-B193-E200-7A96AAB71FA1}"/>
          </ac:picMkLst>
        </pc:picChg>
      </pc:sldChg>
      <pc:sldChg chg="addSp delSp modSp">
        <pc:chgData name="Agathe S (DA-LON14)" userId="S::agathes@genstudents.org::f5915e61-d89d-405e-b28f-ea68e228edf4" providerId="AD" clId="Web-{ABAA8B71-3F62-D856-F4A7-FC7C22E5EFE9}" dt="2025-11-19T09:38:04.661" v="7"/>
        <pc:sldMkLst>
          <pc:docMk/>
          <pc:sldMk cId="1730030873" sldId="260"/>
        </pc:sldMkLst>
        <pc:spChg chg="mod">
          <ac:chgData name="Agathe S (DA-LON14)" userId="S::agathes@genstudents.org::f5915e61-d89d-405e-b28f-ea68e228edf4" providerId="AD" clId="Web-{ABAA8B71-3F62-D856-F4A7-FC7C22E5EFE9}" dt="2025-11-19T09:36:04.903" v="5" actId="1076"/>
          <ac:spMkLst>
            <pc:docMk/>
            <pc:sldMk cId="1730030873" sldId="260"/>
            <ac:spMk id="2" creationId="{8C85F1DD-5942-76AD-0198-4684C2836DEE}"/>
          </ac:spMkLst>
        </pc:spChg>
        <pc:spChg chg="add del mod">
          <ac:chgData name="Agathe S (DA-LON14)" userId="S::agathes@genstudents.org::f5915e61-d89d-405e-b28f-ea68e228edf4" providerId="AD" clId="Web-{ABAA8B71-3F62-D856-F4A7-FC7C22E5EFE9}" dt="2025-11-19T09:38:04.661" v="7"/>
          <ac:spMkLst>
            <pc:docMk/>
            <pc:sldMk cId="1730030873" sldId="260"/>
            <ac:spMk id="4" creationId="{176D15C4-20CC-64B1-7F99-92928863AA85}"/>
          </ac:spMkLst>
        </pc:spChg>
        <pc:picChg chg="add mod ord">
          <ac:chgData name="Agathe S (DA-LON14)" userId="S::agathes@genstudents.org::f5915e61-d89d-405e-b28f-ea68e228edf4" providerId="AD" clId="Web-{ABAA8B71-3F62-D856-F4A7-FC7C22E5EFE9}" dt="2025-11-19T09:38:04.661" v="7"/>
          <ac:picMkLst>
            <pc:docMk/>
            <pc:sldMk cId="1730030873" sldId="260"/>
            <ac:picMk id="5" creationId="{E496EFDC-61BE-0B15-8529-A15629DC467B}"/>
          </ac:picMkLst>
        </pc:picChg>
        <pc:picChg chg="del">
          <ac:chgData name="Agathe S (DA-LON14)" userId="S::agathes@genstudents.org::f5915e61-d89d-405e-b28f-ea68e228edf4" providerId="AD" clId="Web-{ABAA8B71-3F62-D856-F4A7-FC7C22E5EFE9}" dt="2025-11-19T09:35:15.383" v="2"/>
          <ac:picMkLst>
            <pc:docMk/>
            <pc:sldMk cId="1730030873" sldId="260"/>
            <ac:picMk id="6" creationId="{E431E097-21A2-3DBD-B3FF-CE7AFB6DB3F9}"/>
          </ac:picMkLst>
        </pc:picChg>
      </pc:sldChg>
      <pc:sldChg chg="addSp delSp modSp">
        <pc:chgData name="Agathe S (DA-LON14)" userId="S::agathes@genstudents.org::f5915e61-d89d-405e-b28f-ea68e228edf4" providerId="AD" clId="Web-{ABAA8B71-3F62-D856-F4A7-FC7C22E5EFE9}" dt="2025-11-19T09:31:41.173" v="0"/>
        <pc:sldMkLst>
          <pc:docMk/>
          <pc:sldMk cId="2581366074" sldId="261"/>
        </pc:sldMkLst>
        <pc:spChg chg="del">
          <ac:chgData name="Agathe S (DA-LON14)" userId="S::agathes@genstudents.org::f5915e61-d89d-405e-b28f-ea68e228edf4" providerId="AD" clId="Web-{ABAA8B71-3F62-D856-F4A7-FC7C22E5EFE9}" dt="2025-11-19T09:31:41.173" v="0"/>
          <ac:spMkLst>
            <pc:docMk/>
            <pc:sldMk cId="2581366074" sldId="261"/>
            <ac:spMk id="11" creationId="{918FD2E9-150F-4D84-9BD0-E306C6550802}"/>
          </ac:spMkLst>
        </pc:spChg>
        <pc:picChg chg="add mod ord">
          <ac:chgData name="Agathe S (DA-LON14)" userId="S::agathes@genstudents.org::f5915e61-d89d-405e-b28f-ea68e228edf4" providerId="AD" clId="Web-{ABAA8B71-3F62-D856-F4A7-FC7C22E5EFE9}" dt="2025-11-19T09:31:41.173" v="0"/>
          <ac:picMkLst>
            <pc:docMk/>
            <pc:sldMk cId="2581366074" sldId="261"/>
            <ac:picMk id="3" creationId="{6BC21169-F5C2-8D65-8035-7C740C42FF4D}"/>
          </ac:picMkLst>
        </pc:picChg>
      </pc:sldChg>
    </pc:docChg>
  </pc:docChgLst>
  <pc:docChgLst>
    <pc:chgData name="Agathe S (DA-LON14)" userId="S::agathes@genstudents.org::f5915e61-d89d-405e-b28f-ea68e228edf4" providerId="AD" clId="Web-{50D30B02-8718-6ADE-4C02-7351B6565713}"/>
    <pc:docChg chg="modSld">
      <pc:chgData name="Agathe S (DA-LON14)" userId="S::agathes@genstudents.org::f5915e61-d89d-405e-b28f-ea68e228edf4" providerId="AD" clId="Web-{50D30B02-8718-6ADE-4C02-7351B6565713}" dt="2025-11-19T15:34:39.147" v="181"/>
      <pc:docMkLst>
        <pc:docMk/>
      </pc:docMkLst>
      <pc:sldChg chg="addSp delSp modSp">
        <pc:chgData name="Agathe S (DA-LON14)" userId="S::agathes@genstudents.org::f5915e61-d89d-405e-b28f-ea68e228edf4" providerId="AD" clId="Web-{50D30B02-8718-6ADE-4C02-7351B6565713}" dt="2025-11-19T15:34:39.147" v="181"/>
        <pc:sldMkLst>
          <pc:docMk/>
          <pc:sldMk cId="1386013910" sldId="257"/>
        </pc:sldMkLst>
        <pc:spChg chg="add del mod">
          <ac:chgData name="Agathe S (DA-LON14)" userId="S::agathes@genstudents.org::f5915e61-d89d-405e-b28f-ea68e228edf4" providerId="AD" clId="Web-{50D30B02-8718-6ADE-4C02-7351B6565713}" dt="2025-11-19T15:34:39.147" v="181"/>
          <ac:spMkLst>
            <pc:docMk/>
            <pc:sldMk cId="1386013910" sldId="257"/>
            <ac:spMk id="5" creationId="{8CCFACFF-69BC-55A7-D7EC-5DF7A3A0B38C}"/>
          </ac:spMkLst>
        </pc:spChg>
        <pc:picChg chg="del mod">
          <ac:chgData name="Agathe S (DA-LON14)" userId="S::agathes@genstudents.org::f5915e61-d89d-405e-b28f-ea68e228edf4" providerId="AD" clId="Web-{50D30B02-8718-6ADE-4C02-7351B6565713}" dt="2025-11-19T15:33:09.504" v="179"/>
          <ac:picMkLst>
            <pc:docMk/>
            <pc:sldMk cId="1386013910" sldId="257"/>
            <ac:picMk id="3" creationId="{4964AC8A-DFFC-C0CF-0553-E5F2D9B504F2}"/>
          </ac:picMkLst>
        </pc:picChg>
        <pc:picChg chg="add mod ord">
          <ac:chgData name="Agathe S (DA-LON14)" userId="S::agathes@genstudents.org::f5915e61-d89d-405e-b28f-ea68e228edf4" providerId="AD" clId="Web-{50D30B02-8718-6ADE-4C02-7351B6565713}" dt="2025-11-19T15:34:39.147" v="181"/>
          <ac:picMkLst>
            <pc:docMk/>
            <pc:sldMk cId="1386013910" sldId="257"/>
            <ac:picMk id="6" creationId="{EA779451-0E25-23A0-38B6-81ADA8D9380D}"/>
          </ac:picMkLst>
        </pc:picChg>
        <pc:picChg chg="del">
          <ac:chgData name="Agathe S (DA-LON14)" userId="S::agathes@genstudents.org::f5915e61-d89d-405e-b28f-ea68e228edf4" providerId="AD" clId="Web-{50D30B02-8718-6ADE-4C02-7351B6565713}" dt="2025-11-19T15:33:11.191" v="180"/>
          <ac:picMkLst>
            <pc:docMk/>
            <pc:sldMk cId="1386013910" sldId="257"/>
            <ac:picMk id="7" creationId="{E70D4597-2937-8906-AA05-2A2560086FF3}"/>
          </ac:picMkLst>
        </pc:picChg>
      </pc:sldChg>
      <pc:sldChg chg="addSp delSp modSp">
        <pc:chgData name="Agathe S (DA-LON14)" userId="S::agathes@genstudents.org::f5915e61-d89d-405e-b28f-ea68e228edf4" providerId="AD" clId="Web-{50D30B02-8718-6ADE-4C02-7351B6565713}" dt="2025-11-19T14:58:31.519" v="7" actId="1076"/>
        <pc:sldMkLst>
          <pc:docMk/>
          <pc:sldMk cId="3711765089" sldId="259"/>
        </pc:sldMkLst>
        <pc:spChg chg="del mod">
          <ac:chgData name="Agathe S (DA-LON14)" userId="S::agathes@genstudents.org::f5915e61-d89d-405e-b28f-ea68e228edf4" providerId="AD" clId="Web-{50D30B02-8718-6ADE-4C02-7351B6565713}" dt="2025-11-19T14:57:55.563" v="2"/>
          <ac:spMkLst>
            <pc:docMk/>
            <pc:sldMk cId="3711765089" sldId="259"/>
            <ac:spMk id="3" creationId="{BAFF01E0-8A76-1773-08DE-FACAE94A9AA5}"/>
          </ac:spMkLst>
        </pc:spChg>
        <pc:picChg chg="add mod ord">
          <ac:chgData name="Agathe S (DA-LON14)" userId="S::agathes@genstudents.org::f5915e61-d89d-405e-b28f-ea68e228edf4" providerId="AD" clId="Web-{50D30B02-8718-6ADE-4C02-7351B6565713}" dt="2025-11-19T14:58:31.519" v="7" actId="1076"/>
          <ac:picMkLst>
            <pc:docMk/>
            <pc:sldMk cId="3711765089" sldId="259"/>
            <ac:picMk id="2" creationId="{80E59317-437A-3AFB-4DD5-1E99846F7BD6}"/>
          </ac:picMkLst>
        </pc:picChg>
      </pc:sldChg>
      <pc:sldChg chg="addSp delSp modSp modNotes">
        <pc:chgData name="Agathe S (DA-LON14)" userId="S::agathes@genstudents.org::f5915e61-d89d-405e-b28f-ea68e228edf4" providerId="AD" clId="Web-{50D30B02-8718-6ADE-4C02-7351B6565713}" dt="2025-11-19T15:14:08.347" v="178"/>
        <pc:sldMkLst>
          <pc:docMk/>
          <pc:sldMk cId="1730030873" sldId="260"/>
        </pc:sldMkLst>
        <pc:spChg chg="add del mod">
          <ac:chgData name="Agathe S (DA-LON14)" userId="S::agathes@genstudents.org::f5915e61-d89d-405e-b28f-ea68e228edf4" providerId="AD" clId="Web-{50D30B02-8718-6ADE-4C02-7351B6565713}" dt="2025-11-19T15:03:09.192" v="9"/>
          <ac:spMkLst>
            <pc:docMk/>
            <pc:sldMk cId="1730030873" sldId="260"/>
            <ac:spMk id="3" creationId="{49DE6593-2003-4D7A-C6BD-80CE3E014B7C}"/>
          </ac:spMkLst>
        </pc:spChg>
        <pc:picChg chg="del">
          <ac:chgData name="Agathe S (DA-LON14)" userId="S::agathes@genstudents.org::f5915e61-d89d-405e-b28f-ea68e228edf4" providerId="AD" clId="Web-{50D30B02-8718-6ADE-4C02-7351B6565713}" dt="2025-11-19T14:58:43.083" v="8"/>
          <ac:picMkLst>
            <pc:docMk/>
            <pc:sldMk cId="1730030873" sldId="260"/>
            <ac:picMk id="5" creationId="{E496EFDC-61BE-0B15-8529-A15629DC467B}"/>
          </ac:picMkLst>
        </pc:picChg>
        <pc:picChg chg="add mod ord">
          <ac:chgData name="Agathe S (DA-LON14)" userId="S::agathes@genstudents.org::f5915e61-d89d-405e-b28f-ea68e228edf4" providerId="AD" clId="Web-{50D30B02-8718-6ADE-4C02-7351B6565713}" dt="2025-11-19T15:03:32.412" v="13" actId="1076"/>
          <ac:picMkLst>
            <pc:docMk/>
            <pc:sldMk cId="1730030873" sldId="260"/>
            <ac:picMk id="6" creationId="{BB38C120-E525-93F7-D4A4-0C67CE783DF1}"/>
          </ac:picMkLst>
        </pc:picChg>
        <pc:picChg chg="add del mod">
          <ac:chgData name="Agathe S (DA-LON14)" userId="S::agathes@genstudents.org::f5915e61-d89d-405e-b28f-ea68e228edf4" providerId="AD" clId="Web-{50D30B02-8718-6ADE-4C02-7351B6565713}" dt="2025-11-19T15:03:17.880" v="11"/>
          <ac:picMkLst>
            <pc:docMk/>
            <pc:sldMk cId="1730030873" sldId="260"/>
            <ac:picMk id="7" creationId="{E3F7C742-CA30-9806-3F4F-D3F042ACCE64}"/>
          </ac:picMkLst>
        </pc:picChg>
      </pc:sldChg>
      <pc:sldChg chg="delSp modNotes">
        <pc:chgData name="Agathe S (DA-LON14)" userId="S::agathes@genstudents.org::f5915e61-d89d-405e-b28f-ea68e228edf4" providerId="AD" clId="Web-{50D30B02-8718-6ADE-4C02-7351B6565713}" dt="2025-11-19T15:07:35.403" v="74"/>
        <pc:sldMkLst>
          <pc:docMk/>
          <pc:sldMk cId="2581366074" sldId="261"/>
        </pc:sldMkLst>
        <pc:picChg chg="del">
          <ac:chgData name="Agathe S (DA-LON14)" userId="S::agathes@genstudents.org::f5915e61-d89d-405e-b28f-ea68e228edf4" providerId="AD" clId="Web-{50D30B02-8718-6ADE-4C02-7351B6565713}" dt="2025-11-19T15:06:02.432" v="15"/>
          <ac:picMkLst>
            <pc:docMk/>
            <pc:sldMk cId="2581366074" sldId="261"/>
            <ac:picMk id="5" creationId="{AF5B115C-3F46-CF54-E04C-705902D1962C}"/>
          </ac:picMkLst>
        </pc:picChg>
      </pc:sldChg>
      <pc:sldChg chg="delSp modSp modNotes">
        <pc:chgData name="Agathe S (DA-LON14)" userId="S::agathes@genstudents.org::f5915e61-d89d-405e-b28f-ea68e228edf4" providerId="AD" clId="Web-{50D30B02-8718-6ADE-4C02-7351B6565713}" dt="2025-11-19T15:08:14.779" v="78"/>
        <pc:sldMkLst>
          <pc:docMk/>
          <pc:sldMk cId="2914972925" sldId="262"/>
        </pc:sldMkLst>
        <pc:spChg chg="del mod">
          <ac:chgData name="Agathe S (DA-LON14)" userId="S::agathes@genstudents.org::f5915e61-d89d-405e-b28f-ea68e228edf4" providerId="AD" clId="Web-{50D30B02-8718-6ADE-4C02-7351B6565713}" dt="2025-11-19T15:07:52.325" v="76"/>
          <ac:spMkLst>
            <pc:docMk/>
            <pc:sldMk cId="2914972925" sldId="262"/>
            <ac:spMk id="5" creationId="{F0D43A11-FB77-4640-228F-E0C3A958EA9F}"/>
          </ac:spMkLst>
        </pc:spChg>
      </pc:sldChg>
    </pc:docChg>
  </pc:docChgLst>
  <pc:docChgLst>
    <pc:chgData name="Agathe S (DA-LON14)" userId="S::agathes@genstudents.org::f5915e61-d89d-405e-b28f-ea68e228edf4" providerId="AD" clId="Web-{77F961EA-024A-90F2-6B81-2BD1B738892B}"/>
    <pc:docChg chg="modSld">
      <pc:chgData name="Agathe S (DA-LON14)" userId="S::agathes@genstudents.org::f5915e61-d89d-405e-b28f-ea68e228edf4" providerId="AD" clId="Web-{77F961EA-024A-90F2-6B81-2BD1B738892B}" dt="2025-11-20T12:38:08.169" v="5"/>
      <pc:docMkLst>
        <pc:docMk/>
      </pc:docMkLst>
      <pc:sldChg chg="modNotes">
        <pc:chgData name="Agathe S (DA-LON14)" userId="S::agathes@genstudents.org::f5915e61-d89d-405e-b28f-ea68e228edf4" providerId="AD" clId="Web-{77F961EA-024A-90F2-6B81-2BD1B738892B}" dt="2025-11-20T12:38:08.169" v="5"/>
        <pc:sldMkLst>
          <pc:docMk/>
          <pc:sldMk cId="72882140" sldId="263"/>
        </pc:sldMkLst>
      </pc:sldChg>
    </pc:docChg>
  </pc:docChgLst>
  <pc:docChgLst>
    <pc:chgData name="Purbasha R (DA-LON14)" userId="S::purbashar@genstudents.org::7051491a-c0cd-472e-80b6-8647f6d07ef0" providerId="AD" clId="Web-{FC5E39BC-F550-9529-ECC2-CE1A53F05D7A}"/>
    <pc:docChg chg="modSld">
      <pc:chgData name="Purbasha R (DA-LON14)" userId="S::purbashar@genstudents.org::7051491a-c0cd-472e-80b6-8647f6d07ef0" providerId="AD" clId="Web-{FC5E39BC-F550-9529-ECC2-CE1A53F05D7A}" dt="2025-11-20T10:32:35.383" v="12"/>
      <pc:docMkLst>
        <pc:docMk/>
      </pc:docMkLst>
      <pc:sldChg chg="modNotes">
        <pc:chgData name="Purbasha R (DA-LON14)" userId="S::purbashar@genstudents.org::7051491a-c0cd-472e-80b6-8647f6d07ef0" providerId="AD" clId="Web-{FC5E39BC-F550-9529-ECC2-CE1A53F05D7A}" dt="2025-11-20T10:32:35.383" v="12"/>
        <pc:sldMkLst>
          <pc:docMk/>
          <pc:sldMk cId="72882140" sldId="263"/>
        </pc:sldMkLst>
      </pc:sldChg>
    </pc:docChg>
  </pc:docChgLst>
  <pc:docChgLst>
    <pc:chgData name="Agathe S (DA-LON14)" userId="S::agathes@genstudents.org::f5915e61-d89d-405e-b28f-ea68e228edf4" providerId="AD" clId="Web-{760B1D1F-5EF4-3722-0E8A-D08B431791D3}"/>
    <pc:docChg chg="addSld delSld modSld">
      <pc:chgData name="Agathe S (DA-LON14)" userId="S::agathes@genstudents.org::f5915e61-d89d-405e-b28f-ea68e228edf4" providerId="AD" clId="Web-{760B1D1F-5EF4-3722-0E8A-D08B431791D3}" dt="2025-11-20T10:24:56.762" v="110"/>
      <pc:docMkLst>
        <pc:docMk/>
      </pc:docMkLst>
      <pc:sldChg chg="modSp modNotes">
        <pc:chgData name="Agathe S (DA-LON14)" userId="S::agathes@genstudents.org::f5915e61-d89d-405e-b28f-ea68e228edf4" providerId="AD" clId="Web-{760B1D1F-5EF4-3722-0E8A-D08B431791D3}" dt="2025-11-20T10:09:09.292" v="45" actId="1076"/>
        <pc:sldMkLst>
          <pc:docMk/>
          <pc:sldMk cId="1386013910" sldId="257"/>
        </pc:sldMkLst>
        <pc:picChg chg="mod">
          <ac:chgData name="Agathe S (DA-LON14)" userId="S::agathes@genstudents.org::f5915e61-d89d-405e-b28f-ea68e228edf4" providerId="AD" clId="Web-{760B1D1F-5EF4-3722-0E8A-D08B431791D3}" dt="2025-11-20T10:09:09.292" v="45" actId="1076"/>
          <ac:picMkLst>
            <pc:docMk/>
            <pc:sldMk cId="1386013910" sldId="257"/>
            <ac:picMk id="6" creationId="{EA779451-0E25-23A0-38B6-81ADA8D9380D}"/>
          </ac:picMkLst>
        </pc:picChg>
      </pc:sldChg>
      <pc:sldChg chg="addSp delSp modSp modNotes">
        <pc:chgData name="Agathe S (DA-LON14)" userId="S::agathes@genstudents.org::f5915e61-d89d-405e-b28f-ea68e228edf4" providerId="AD" clId="Web-{760B1D1F-5EF4-3722-0E8A-D08B431791D3}" dt="2025-11-20T10:06:26.096" v="44"/>
        <pc:sldMkLst>
          <pc:docMk/>
          <pc:sldMk cId="2581366074" sldId="261"/>
        </pc:sldMkLst>
        <pc:spChg chg="add del mod">
          <ac:chgData name="Agathe S (DA-LON14)" userId="S::agathes@genstudents.org::f5915e61-d89d-405e-b28f-ea68e228edf4" providerId="AD" clId="Web-{760B1D1F-5EF4-3722-0E8A-D08B431791D3}" dt="2025-11-20T10:00:34.342" v="22"/>
          <ac:spMkLst>
            <pc:docMk/>
            <pc:sldMk cId="2581366074" sldId="261"/>
            <ac:spMk id="4" creationId="{B07FA0C5-C43F-DC4D-EA8C-F146A1549263}"/>
          </ac:spMkLst>
        </pc:spChg>
        <pc:picChg chg="add mod ord modCrop">
          <ac:chgData name="Agathe S (DA-LON14)" userId="S::agathes@genstudents.org::f5915e61-d89d-405e-b28f-ea68e228edf4" providerId="AD" clId="Web-{760B1D1F-5EF4-3722-0E8A-D08B431791D3}" dt="2025-11-20T10:01:01.315" v="27" actId="1076"/>
          <ac:picMkLst>
            <pc:docMk/>
            <pc:sldMk cId="2581366074" sldId="261"/>
            <ac:picMk id="5" creationId="{E6DFC87B-A6C2-BE2C-56DB-B85E939FA90F}"/>
          </ac:picMkLst>
        </pc:picChg>
        <pc:picChg chg="del">
          <ac:chgData name="Agathe S (DA-LON14)" userId="S::agathes@genstudents.org::f5915e61-d89d-405e-b28f-ea68e228edf4" providerId="AD" clId="Web-{760B1D1F-5EF4-3722-0E8A-D08B431791D3}" dt="2025-11-20T10:00:22.075" v="21"/>
          <ac:picMkLst>
            <pc:docMk/>
            <pc:sldMk cId="2581366074" sldId="261"/>
            <ac:picMk id="7" creationId="{21D06660-CEFA-A28B-79A4-50511112DDF3}"/>
          </ac:picMkLst>
        </pc:picChg>
      </pc:sldChg>
      <pc:sldChg chg="addSp delSp modSp">
        <pc:chgData name="Agathe S (DA-LON14)" userId="S::agathes@genstudents.org::f5915e61-d89d-405e-b28f-ea68e228edf4" providerId="AD" clId="Web-{760B1D1F-5EF4-3722-0E8A-D08B431791D3}" dt="2025-11-20T10:22:27.879" v="92" actId="14100"/>
        <pc:sldMkLst>
          <pc:docMk/>
          <pc:sldMk cId="72882140" sldId="263"/>
        </pc:sldMkLst>
        <pc:spChg chg="add del mod">
          <ac:chgData name="Agathe S (DA-LON14)" userId="S::agathes@genstudents.org::f5915e61-d89d-405e-b28f-ea68e228edf4" providerId="AD" clId="Web-{760B1D1F-5EF4-3722-0E8A-D08B431791D3}" dt="2025-11-20T10:17:28.706" v="50"/>
          <ac:spMkLst>
            <pc:docMk/>
            <pc:sldMk cId="72882140" sldId="263"/>
            <ac:spMk id="4" creationId="{42B1C64B-5963-84E1-CB80-4E0DC7D34040}"/>
          </ac:spMkLst>
        </pc:spChg>
        <pc:spChg chg="add del mod">
          <ac:chgData name="Agathe S (DA-LON14)" userId="S::agathes@genstudents.org::f5915e61-d89d-405e-b28f-ea68e228edf4" providerId="AD" clId="Web-{760B1D1F-5EF4-3722-0E8A-D08B431791D3}" dt="2025-11-20T10:19:55.725" v="64"/>
          <ac:spMkLst>
            <pc:docMk/>
            <pc:sldMk cId="72882140" sldId="263"/>
            <ac:spMk id="17" creationId="{02CA5395-F9E2-C817-1F14-AE932A42627F}"/>
          </ac:spMkLst>
        </pc:spChg>
        <pc:picChg chg="add del mod ord">
          <ac:chgData name="Agathe S (DA-LON14)" userId="S::agathes@genstudents.org::f5915e61-d89d-405e-b28f-ea68e228edf4" providerId="AD" clId="Web-{760B1D1F-5EF4-3722-0E8A-D08B431791D3}" dt="2025-11-20T10:19:39.255" v="63"/>
          <ac:picMkLst>
            <pc:docMk/>
            <pc:sldMk cId="72882140" sldId="263"/>
            <ac:picMk id="5" creationId="{A10FDE84-EE31-4FEA-863C-A2AD2DD6B005}"/>
          </ac:picMkLst>
        </pc:picChg>
        <pc:picChg chg="del">
          <ac:chgData name="Agathe S (DA-LON14)" userId="S::agathes@genstudents.org::f5915e61-d89d-405e-b28f-ea68e228edf4" providerId="AD" clId="Web-{760B1D1F-5EF4-3722-0E8A-D08B431791D3}" dt="2025-11-20T10:17:10.828" v="46"/>
          <ac:picMkLst>
            <pc:docMk/>
            <pc:sldMk cId="72882140" sldId="263"/>
            <ac:picMk id="6" creationId="{86192FC7-4A2E-4227-E8BD-FE3518673C02}"/>
          </ac:picMkLst>
        </pc:picChg>
        <pc:picChg chg="del">
          <ac:chgData name="Agathe S (DA-LON14)" userId="S::agathes@genstudents.org::f5915e61-d89d-405e-b28f-ea68e228edf4" providerId="AD" clId="Web-{760B1D1F-5EF4-3722-0E8A-D08B431791D3}" dt="2025-11-20T10:17:12.844" v="47"/>
          <ac:picMkLst>
            <pc:docMk/>
            <pc:sldMk cId="72882140" sldId="263"/>
            <ac:picMk id="7" creationId="{B77EABC8-C5CD-33AB-8A7D-034F3E20C2ED}"/>
          </ac:picMkLst>
        </pc:picChg>
        <pc:picChg chg="del">
          <ac:chgData name="Agathe S (DA-LON14)" userId="S::agathes@genstudents.org::f5915e61-d89d-405e-b28f-ea68e228edf4" providerId="AD" clId="Web-{760B1D1F-5EF4-3722-0E8A-D08B431791D3}" dt="2025-11-20T10:17:18.017" v="49"/>
          <ac:picMkLst>
            <pc:docMk/>
            <pc:sldMk cId="72882140" sldId="263"/>
            <ac:picMk id="9" creationId="{B344CD31-CC0E-D70E-B646-05ABA6593D38}"/>
          </ac:picMkLst>
        </pc:picChg>
        <pc:picChg chg="add del mod">
          <ac:chgData name="Agathe S (DA-LON14)" userId="S::agathes@genstudents.org::f5915e61-d89d-405e-b28f-ea68e228edf4" providerId="AD" clId="Web-{760B1D1F-5EF4-3722-0E8A-D08B431791D3}" dt="2025-11-20T10:19:37.083" v="62"/>
          <ac:picMkLst>
            <pc:docMk/>
            <pc:sldMk cId="72882140" sldId="263"/>
            <ac:picMk id="11" creationId="{A12DF751-F7BE-F015-3A59-A078174CCF18}"/>
          </ac:picMkLst>
        </pc:picChg>
        <pc:picChg chg="add del mod modCrop">
          <ac:chgData name="Agathe S (DA-LON14)" userId="S::agathes@genstudents.org::f5915e61-d89d-405e-b28f-ea68e228edf4" providerId="AD" clId="Web-{760B1D1F-5EF4-3722-0E8A-D08B431791D3}" dt="2025-11-20T10:19:35.551" v="61"/>
          <ac:picMkLst>
            <pc:docMk/>
            <pc:sldMk cId="72882140" sldId="263"/>
            <ac:picMk id="13" creationId="{DD078A19-A88C-7A1D-E784-D5586D8FE347}"/>
          </ac:picMkLst>
        </pc:picChg>
        <pc:picChg chg="add mod ord">
          <ac:chgData name="Agathe S (DA-LON14)" userId="S::agathes@genstudents.org::f5915e61-d89d-405e-b28f-ea68e228edf4" providerId="AD" clId="Web-{760B1D1F-5EF4-3722-0E8A-D08B431791D3}" dt="2025-11-20T10:22:15.987" v="90" actId="1076"/>
          <ac:picMkLst>
            <pc:docMk/>
            <pc:sldMk cId="72882140" sldId="263"/>
            <ac:picMk id="18" creationId="{4B02D1AD-1FA1-6FD4-125B-5B0AD1BBF23B}"/>
          </ac:picMkLst>
        </pc:picChg>
        <pc:picChg chg="add mod">
          <ac:chgData name="Agathe S (DA-LON14)" userId="S::agathes@genstudents.org::f5915e61-d89d-405e-b28f-ea68e228edf4" providerId="AD" clId="Web-{760B1D1F-5EF4-3722-0E8A-D08B431791D3}" dt="2025-11-20T10:22:27.879" v="92" actId="14100"/>
          <ac:picMkLst>
            <pc:docMk/>
            <pc:sldMk cId="72882140" sldId="263"/>
            <ac:picMk id="19" creationId="{08F8D698-DBB3-3DC1-5D28-E8B201655415}"/>
          </ac:picMkLst>
        </pc:picChg>
        <pc:picChg chg="add mod">
          <ac:chgData name="Agathe S (DA-LON14)" userId="S::agathes@genstudents.org::f5915e61-d89d-405e-b28f-ea68e228edf4" providerId="AD" clId="Web-{760B1D1F-5EF4-3722-0E8A-D08B431791D3}" dt="2025-11-20T10:21:54.126" v="87" actId="14100"/>
          <ac:picMkLst>
            <pc:docMk/>
            <pc:sldMk cId="72882140" sldId="263"/>
            <ac:picMk id="20" creationId="{D5E6C284-769B-FF5B-2B81-8AE20C5E660D}"/>
          </ac:picMkLst>
        </pc:picChg>
      </pc:sldChg>
      <pc:sldChg chg="addSp delSp modSp modNotes">
        <pc:chgData name="Agathe S (DA-LON14)" userId="S::agathes@genstudents.org::f5915e61-d89d-405e-b28f-ea68e228edf4" providerId="AD" clId="Web-{760B1D1F-5EF4-3722-0E8A-D08B431791D3}" dt="2025-11-20T10:24:56.762" v="110"/>
        <pc:sldMkLst>
          <pc:docMk/>
          <pc:sldMk cId="4110981682" sldId="264"/>
        </pc:sldMkLst>
        <pc:picChg chg="add del mod modCrop">
          <ac:chgData name="Agathe S (DA-LON14)" userId="S::agathes@genstudents.org::f5915e61-d89d-405e-b28f-ea68e228edf4" providerId="AD" clId="Web-{760B1D1F-5EF4-3722-0E8A-D08B431791D3}" dt="2025-11-20T09:50:44.907" v="7"/>
          <ac:picMkLst>
            <pc:docMk/>
            <pc:sldMk cId="4110981682" sldId="264"/>
            <ac:picMk id="3" creationId="{6F5D072F-D26A-F962-303D-003DBACC8963}"/>
          </ac:picMkLst>
        </pc:picChg>
        <pc:picChg chg="add mod modCrop">
          <ac:chgData name="Agathe S (DA-LON14)" userId="S::agathes@genstudents.org::f5915e61-d89d-405e-b28f-ea68e228edf4" providerId="AD" clId="Web-{760B1D1F-5EF4-3722-0E8A-D08B431791D3}" dt="2025-11-20T09:51:55.223" v="14" actId="1076"/>
          <ac:picMkLst>
            <pc:docMk/>
            <pc:sldMk cId="4110981682" sldId="264"/>
            <ac:picMk id="4" creationId="{BE7505E9-7601-FB0F-D8AE-6B3E59B6095A}"/>
          </ac:picMkLst>
        </pc:picChg>
        <pc:picChg chg="del">
          <ac:chgData name="Agathe S (DA-LON14)" userId="S::agathes@genstudents.org::f5915e61-d89d-405e-b28f-ea68e228edf4" providerId="AD" clId="Web-{760B1D1F-5EF4-3722-0E8A-D08B431791D3}" dt="2025-11-20T09:42:41.119" v="0"/>
          <ac:picMkLst>
            <pc:docMk/>
            <pc:sldMk cId="4110981682" sldId="264"/>
            <ac:picMk id="9" creationId="{EA56058C-7EC8-299E-BF54-8F6DBF49C12F}"/>
          </ac:picMkLst>
        </pc:picChg>
      </pc:sldChg>
      <pc:sldChg chg="del">
        <pc:chgData name="Agathe S (DA-LON14)" userId="S::agathes@genstudents.org::f5915e61-d89d-405e-b28f-ea68e228edf4" providerId="AD" clId="Web-{760B1D1F-5EF4-3722-0E8A-D08B431791D3}" dt="2025-11-20T10:22:53.583" v="93"/>
        <pc:sldMkLst>
          <pc:docMk/>
          <pc:sldMk cId="2315917517" sldId="265"/>
        </pc:sldMkLst>
      </pc:sldChg>
      <pc:sldChg chg="add del">
        <pc:chgData name="Agathe S (DA-LON14)" userId="S::agathes@genstudents.org::f5915e61-d89d-405e-b28f-ea68e228edf4" providerId="AD" clId="Web-{760B1D1F-5EF4-3722-0E8A-D08B431791D3}" dt="2025-11-20T09:53:01.101" v="17"/>
        <pc:sldMkLst>
          <pc:docMk/>
          <pc:sldMk cId="2122921286" sldId="266"/>
        </pc:sldMkLst>
      </pc:sldChg>
    </pc:docChg>
  </pc:docChgLst>
  <pc:docChgLst>
    <pc:chgData name="Sama N (DA-LON14)" userId="S::saman@genstudents.org::62008a39-1c26-4175-b877-e17dac4c57c7" providerId="AD" clId="Web-{2E8EF37E-131A-4E55-89D5-ED0B2386E9B9}"/>
    <pc:docChg chg="addSld modSld sldOrd">
      <pc:chgData name="Sama N (DA-LON14)" userId="S::saman@genstudents.org::62008a39-1c26-4175-b877-e17dac4c57c7" providerId="AD" clId="Web-{2E8EF37E-131A-4E55-89D5-ED0B2386E9B9}" dt="2025-11-20T09:33:06.943" v="10"/>
      <pc:docMkLst>
        <pc:docMk/>
      </pc:docMkLst>
      <pc:sldChg chg="addSp delSp modSp add ord replId">
        <pc:chgData name="Sama N (DA-LON14)" userId="S::saman@genstudents.org::62008a39-1c26-4175-b877-e17dac4c57c7" providerId="AD" clId="Web-{2E8EF37E-131A-4E55-89D5-ED0B2386E9B9}" dt="2025-11-20T09:33:06.943" v="10"/>
        <pc:sldMkLst>
          <pc:docMk/>
          <pc:sldMk cId="2122921286" sldId="266"/>
        </pc:sldMkLst>
        <pc:spChg chg="mod">
          <ac:chgData name="Sama N (DA-LON14)" userId="S::saman@genstudents.org::62008a39-1c26-4175-b877-e17dac4c57c7" providerId="AD" clId="Web-{2E8EF37E-131A-4E55-89D5-ED0B2386E9B9}" dt="2025-11-20T09:32:28.380" v="7"/>
          <ac:spMkLst>
            <pc:docMk/>
            <pc:sldMk cId="2122921286" sldId="266"/>
            <ac:spMk id="2" creationId="{BB213AE7-E7DA-F366-FA5A-3A2D265CFD37}"/>
          </ac:spMkLst>
        </pc:spChg>
        <pc:spChg chg="add del mod">
          <ac:chgData name="Sama N (DA-LON14)" userId="S::saman@genstudents.org::62008a39-1c26-4175-b877-e17dac4c57c7" providerId="AD" clId="Web-{2E8EF37E-131A-4E55-89D5-ED0B2386E9B9}" dt="2025-11-20T09:32:08.646" v="3"/>
          <ac:spMkLst>
            <pc:docMk/>
            <pc:sldMk cId="2122921286" sldId="266"/>
            <ac:spMk id="5" creationId="{50E4EAF4-53FC-CE90-4381-B5AF9A83679A}"/>
          </ac:spMkLst>
        </pc:spChg>
        <pc:spChg chg="add del">
          <ac:chgData name="Sama N (DA-LON14)" userId="S::saman@genstudents.org::62008a39-1c26-4175-b877-e17dac4c57c7" providerId="AD" clId="Web-{2E8EF37E-131A-4E55-89D5-ED0B2386E9B9}" dt="2025-11-20T09:32:28.380" v="7"/>
          <ac:spMkLst>
            <pc:docMk/>
            <pc:sldMk cId="2122921286" sldId="266"/>
            <ac:spMk id="8" creationId="{381E66BA-B4CF-7A4A-8C9A-26CAF43A7D7D}"/>
          </ac:spMkLst>
        </pc:spChg>
        <pc:spChg chg="add del">
          <ac:chgData name="Sama N (DA-LON14)" userId="S::saman@genstudents.org::62008a39-1c26-4175-b877-e17dac4c57c7" providerId="AD" clId="Web-{2E8EF37E-131A-4E55-89D5-ED0B2386E9B9}" dt="2025-11-20T09:32:28.380" v="7"/>
          <ac:spMkLst>
            <pc:docMk/>
            <pc:sldMk cId="2122921286" sldId="266"/>
            <ac:spMk id="10" creationId="{18A77102-AB66-9ECA-76CC-34AFDB535673}"/>
          </ac:spMkLst>
        </pc:spChg>
        <pc:spChg chg="add del mod">
          <ac:chgData name="Sama N (DA-LON14)" userId="S::saman@genstudents.org::62008a39-1c26-4175-b877-e17dac4c57c7" providerId="AD" clId="Web-{2E8EF37E-131A-4E55-89D5-ED0B2386E9B9}" dt="2025-11-20T09:32:55.475" v="9"/>
          <ac:spMkLst>
            <pc:docMk/>
            <pc:sldMk cId="2122921286" sldId="266"/>
            <ac:spMk id="11" creationId="{0940B611-4F5F-EA3E-10E8-E2AEEACC56BF}"/>
          </ac:spMkLst>
        </pc:spChg>
        <pc:spChg chg="add del">
          <ac:chgData name="Sama N (DA-LON14)" userId="S::saman@genstudents.org::62008a39-1c26-4175-b877-e17dac4c57c7" providerId="AD" clId="Web-{2E8EF37E-131A-4E55-89D5-ED0B2386E9B9}" dt="2025-11-20T09:32:28.380" v="7"/>
          <ac:spMkLst>
            <pc:docMk/>
            <pc:sldMk cId="2122921286" sldId="266"/>
            <ac:spMk id="12" creationId="{CDFDF99F-17CF-C2B5-F514-661F495AA025}"/>
          </ac:spMkLst>
        </pc:spChg>
        <pc:spChg chg="add del">
          <ac:chgData name="Sama N (DA-LON14)" userId="S::saman@genstudents.org::62008a39-1c26-4175-b877-e17dac4c57c7" providerId="AD" clId="Web-{2E8EF37E-131A-4E55-89D5-ED0B2386E9B9}" dt="2025-11-20T09:32:28.380" v="7"/>
          <ac:spMkLst>
            <pc:docMk/>
            <pc:sldMk cId="2122921286" sldId="266"/>
            <ac:spMk id="14" creationId="{7C52A244-E829-3D82-E563-0FD09A9F4DBC}"/>
          </ac:spMkLst>
        </pc:spChg>
        <pc:spChg chg="add del">
          <ac:chgData name="Sama N (DA-LON14)" userId="S::saman@genstudents.org::62008a39-1c26-4175-b877-e17dac4c57c7" providerId="AD" clId="Web-{2E8EF37E-131A-4E55-89D5-ED0B2386E9B9}" dt="2025-11-20T09:32:28.380" v="7"/>
          <ac:spMkLst>
            <pc:docMk/>
            <pc:sldMk cId="2122921286" sldId="266"/>
            <ac:spMk id="16" creationId="{55F5B424-0446-06DB-4E8F-685D22AA9CF5}"/>
          </ac:spMkLst>
        </pc:spChg>
        <pc:spChg chg="add del">
          <ac:chgData name="Sama N (DA-LON14)" userId="S::saman@genstudents.org::62008a39-1c26-4175-b877-e17dac4c57c7" providerId="AD" clId="Web-{2E8EF37E-131A-4E55-89D5-ED0B2386E9B9}" dt="2025-11-20T09:32:28.380" v="7"/>
          <ac:spMkLst>
            <pc:docMk/>
            <pc:sldMk cId="2122921286" sldId="266"/>
            <ac:spMk id="20" creationId="{2301B5C2-D722-4CA3-CDAB-24BE50832AAF}"/>
          </ac:spMkLst>
        </pc:spChg>
        <pc:spChg chg="add del">
          <ac:chgData name="Sama N (DA-LON14)" userId="S::saman@genstudents.org::62008a39-1c26-4175-b877-e17dac4c57c7" providerId="AD" clId="Web-{2E8EF37E-131A-4E55-89D5-ED0B2386E9B9}" dt="2025-11-20T09:32:28.380" v="7"/>
          <ac:spMkLst>
            <pc:docMk/>
            <pc:sldMk cId="2122921286" sldId="266"/>
            <ac:spMk id="23" creationId="{A8908DB7-C3A6-4FCB-9820-CEE02B398C4A}"/>
          </ac:spMkLst>
        </pc:spChg>
        <pc:spChg chg="add del">
          <ac:chgData name="Sama N (DA-LON14)" userId="S::saman@genstudents.org::62008a39-1c26-4175-b877-e17dac4c57c7" providerId="AD" clId="Web-{2E8EF37E-131A-4E55-89D5-ED0B2386E9B9}" dt="2025-11-20T09:32:28.380" v="7"/>
          <ac:spMkLst>
            <pc:docMk/>
            <pc:sldMk cId="2122921286" sldId="266"/>
            <ac:spMk id="25" creationId="{535742DD-1B16-4E9D-B715-0D74B4574A68}"/>
          </ac:spMkLst>
        </pc:spChg>
        <pc:picChg chg="del">
          <ac:chgData name="Sama N (DA-LON14)" userId="S::saman@genstudents.org::62008a39-1c26-4175-b877-e17dac4c57c7" providerId="AD" clId="Web-{2E8EF37E-131A-4E55-89D5-ED0B2386E9B9}" dt="2025-11-20T09:32:03.442" v="1"/>
          <ac:picMkLst>
            <pc:docMk/>
            <pc:sldMk cId="2122921286" sldId="266"/>
            <ac:picMk id="3" creationId="{4158496C-DF93-D025-0CA4-961EE252C7BC}"/>
          </ac:picMkLst>
        </pc:picChg>
        <pc:picChg chg="del">
          <ac:chgData name="Sama N (DA-LON14)" userId="S::saman@genstudents.org::62008a39-1c26-4175-b877-e17dac4c57c7" providerId="AD" clId="Web-{2E8EF37E-131A-4E55-89D5-ED0B2386E9B9}" dt="2025-11-20T09:32:05.161" v="2"/>
          <ac:picMkLst>
            <pc:docMk/>
            <pc:sldMk cId="2122921286" sldId="266"/>
            <ac:picMk id="6" creationId="{62D298A9-2409-C276-8479-6A0399C3C6E3}"/>
          </ac:picMkLst>
        </pc:picChg>
        <pc:picChg chg="add del mod ord">
          <ac:chgData name="Sama N (DA-LON14)" userId="S::saman@genstudents.org::62008a39-1c26-4175-b877-e17dac4c57c7" providerId="AD" clId="Web-{2E8EF37E-131A-4E55-89D5-ED0B2386E9B9}" dt="2025-11-20T09:32:54.084" v="8"/>
          <ac:picMkLst>
            <pc:docMk/>
            <pc:sldMk cId="2122921286" sldId="266"/>
            <ac:picMk id="7" creationId="{88BF45DA-B2CF-06BC-D90A-C82A378EAE5E}"/>
          </ac:picMkLst>
        </pc:picChg>
        <pc:picChg chg="add mod ord">
          <ac:chgData name="Sama N (DA-LON14)" userId="S::saman@genstudents.org::62008a39-1c26-4175-b877-e17dac4c57c7" providerId="AD" clId="Web-{2E8EF37E-131A-4E55-89D5-ED0B2386E9B9}" dt="2025-11-20T09:32:55.475" v="9"/>
          <ac:picMkLst>
            <pc:docMk/>
            <pc:sldMk cId="2122921286" sldId="266"/>
            <ac:picMk id="13" creationId="{D69CC181-1CDA-F293-0632-2D13F9B3717C}"/>
          </ac:picMkLst>
        </pc:picChg>
      </pc:sldChg>
    </pc:docChg>
  </pc:docChgLst>
  <pc:docChgLst>
    <pc:chgData name="Agathe S (DA-LON14)" userId="S::agathes@genstudents.org::f5915e61-d89d-405e-b28f-ea68e228edf4" providerId="AD" clId="Web-{7522DE4C-4E0D-D96A-9EEB-35DDD37CC454}"/>
    <pc:docChg chg="modSld">
      <pc:chgData name="Agathe S (DA-LON14)" userId="S::agathes@genstudents.org::f5915e61-d89d-405e-b28f-ea68e228edf4" providerId="AD" clId="Web-{7522DE4C-4E0D-D96A-9EEB-35DDD37CC454}" dt="2025-11-19T10:40:00.532" v="35"/>
      <pc:docMkLst>
        <pc:docMk/>
      </pc:docMkLst>
      <pc:sldChg chg="addSp delSp modSp">
        <pc:chgData name="Agathe S (DA-LON14)" userId="S::agathes@genstudents.org::f5915e61-d89d-405e-b28f-ea68e228edf4" providerId="AD" clId="Web-{7522DE4C-4E0D-D96A-9EEB-35DDD37CC454}" dt="2025-11-19T10:40:00.532" v="35"/>
        <pc:sldMkLst>
          <pc:docMk/>
          <pc:sldMk cId="3711765089" sldId="259"/>
        </pc:sldMkLst>
        <pc:spChg chg="mod">
          <ac:chgData name="Agathe S (DA-LON14)" userId="S::agathes@genstudents.org::f5915e61-d89d-405e-b28f-ea68e228edf4" providerId="AD" clId="Web-{7522DE4C-4E0D-D96A-9EEB-35DDD37CC454}" dt="2025-11-19T10:37:40.434" v="33" actId="20577"/>
          <ac:spMkLst>
            <pc:docMk/>
            <pc:sldMk cId="3711765089" sldId="259"/>
            <ac:spMk id="2" creationId="{A1F6337C-5164-CD07-7A78-61E39BC636AB}"/>
          </ac:spMkLst>
        </pc:spChg>
        <pc:spChg chg="add del">
          <ac:chgData name="Agathe S (DA-LON14)" userId="S::agathes@genstudents.org::f5915e61-d89d-405e-b28f-ea68e228edf4" providerId="AD" clId="Web-{7522DE4C-4E0D-D96A-9EEB-35DDD37CC454}" dt="2025-11-19T10:40:00.532" v="35"/>
          <ac:spMkLst>
            <pc:docMk/>
            <pc:sldMk cId="3711765089" sldId="259"/>
            <ac:spMk id="4" creationId="{9263FC43-FECC-797F-36BA-B446B25EFE54}"/>
          </ac:spMkLst>
        </pc:spChg>
      </pc:sldChg>
      <pc:sldChg chg="addSp delSp modSp">
        <pc:chgData name="Agathe S (DA-LON14)" userId="S::agathes@genstudents.org::f5915e61-d89d-405e-b28f-ea68e228edf4" providerId="AD" clId="Web-{7522DE4C-4E0D-D96A-9EEB-35DDD37CC454}" dt="2025-11-19T10:35:41.856" v="24" actId="20577"/>
        <pc:sldMkLst>
          <pc:docMk/>
          <pc:sldMk cId="1730030873" sldId="260"/>
        </pc:sldMkLst>
        <pc:spChg chg="del mod">
          <ac:chgData name="Agathe S (DA-LON14)" userId="S::agathes@genstudents.org::f5915e61-d89d-405e-b28f-ea68e228edf4" providerId="AD" clId="Web-{7522DE4C-4E0D-D96A-9EEB-35DDD37CC454}" dt="2025-11-19T10:34:56.763" v="16"/>
          <ac:spMkLst>
            <pc:docMk/>
            <pc:sldMk cId="1730030873" sldId="260"/>
            <ac:spMk id="2" creationId="{8C85F1DD-5942-76AD-0198-4684C2836DEE}"/>
          </ac:spMkLst>
        </pc:spChg>
        <pc:spChg chg="add mod">
          <ac:chgData name="Agathe S (DA-LON14)" userId="S::agathes@genstudents.org::f5915e61-d89d-405e-b28f-ea68e228edf4" providerId="AD" clId="Web-{7522DE4C-4E0D-D96A-9EEB-35DDD37CC454}" dt="2025-11-19T10:35:41.856" v="24" actId="20577"/>
          <ac:spMkLst>
            <pc:docMk/>
            <pc:sldMk cId="1730030873" sldId="260"/>
            <ac:spMk id="4" creationId="{D33CC69A-D98F-EBF8-A275-9D2724452552}"/>
          </ac:spMkLst>
        </pc:spChg>
      </pc:sldChg>
      <pc:sldChg chg="addSp modSp">
        <pc:chgData name="Agathe S (DA-LON14)" userId="S::agathes@genstudents.org::f5915e61-d89d-405e-b28f-ea68e228edf4" providerId="AD" clId="Web-{7522DE4C-4E0D-D96A-9EEB-35DDD37CC454}" dt="2025-11-19T10:33:27.153" v="12" actId="1076"/>
        <pc:sldMkLst>
          <pc:docMk/>
          <pc:sldMk cId="2581366074" sldId="261"/>
        </pc:sldMkLst>
        <pc:picChg chg="mod">
          <ac:chgData name="Agathe S (DA-LON14)" userId="S::agathes@genstudents.org::f5915e61-d89d-405e-b28f-ea68e228edf4" providerId="AD" clId="Web-{7522DE4C-4E0D-D96A-9EEB-35DDD37CC454}" dt="2025-11-19T10:31:54.635" v="2" actId="1076"/>
          <ac:picMkLst>
            <pc:docMk/>
            <pc:sldMk cId="2581366074" sldId="261"/>
            <ac:picMk id="3" creationId="{6BC21169-F5C2-8D65-8035-7C740C42FF4D}"/>
          </ac:picMkLst>
        </pc:picChg>
        <pc:picChg chg="add mod modCrop">
          <ac:chgData name="Agathe S (DA-LON14)" userId="S::agathes@genstudents.org::f5915e61-d89d-405e-b28f-ea68e228edf4" providerId="AD" clId="Web-{7522DE4C-4E0D-D96A-9EEB-35DDD37CC454}" dt="2025-11-19T10:33:27.153" v="12" actId="1076"/>
          <ac:picMkLst>
            <pc:docMk/>
            <pc:sldMk cId="2581366074" sldId="261"/>
            <ac:picMk id="4" creationId="{0645AB2B-D808-247A-0356-FC02759FC92F}"/>
          </ac:picMkLst>
        </pc:picChg>
      </pc:sldChg>
    </pc:docChg>
  </pc:docChgLst>
  <pc:docChgLst>
    <pc:chgData name="Agathe S (DA-LON14)" userId="S::agathes@genstudents.org::f5915e61-d89d-405e-b28f-ea68e228edf4" providerId="AD" clId="Web-{BAE1C06C-5C38-D603-EC07-AEA734B6F71F}"/>
    <pc:docChg chg="addSld modSld sldOrd">
      <pc:chgData name="Agathe S (DA-LON14)" userId="S::agathes@genstudents.org::f5915e61-d89d-405e-b28f-ea68e228edf4" providerId="AD" clId="Web-{BAE1C06C-5C38-D603-EC07-AEA734B6F71F}" dt="2025-11-19T18:35:50.295" v="656"/>
      <pc:docMkLst>
        <pc:docMk/>
      </pc:docMkLst>
      <pc:sldChg chg="modNotes">
        <pc:chgData name="Agathe S (DA-LON14)" userId="S::agathes@genstudents.org::f5915e61-d89d-405e-b28f-ea68e228edf4" providerId="AD" clId="Web-{BAE1C06C-5C38-D603-EC07-AEA734B6F71F}" dt="2025-11-19T18:28:06.957" v="522"/>
        <pc:sldMkLst>
          <pc:docMk/>
          <pc:sldMk cId="3277229315" sldId="256"/>
        </pc:sldMkLst>
      </pc:sldChg>
      <pc:sldChg chg="addSp modSp modNotes">
        <pc:chgData name="Agathe S (DA-LON14)" userId="S::agathes@genstudents.org::f5915e61-d89d-405e-b28f-ea68e228edf4" providerId="AD" clId="Web-{BAE1C06C-5C38-D603-EC07-AEA734B6F71F}" dt="2025-11-19T18:29:16.037" v="582"/>
        <pc:sldMkLst>
          <pc:docMk/>
          <pc:sldMk cId="1386013910" sldId="257"/>
        </pc:sldMkLst>
        <pc:picChg chg="add mod ord">
          <ac:chgData name="Agathe S (DA-LON14)" userId="S::agathes@genstudents.org::f5915e61-d89d-405e-b28f-ea68e228edf4" providerId="AD" clId="Web-{BAE1C06C-5C38-D603-EC07-AEA734B6F71F}" dt="2025-11-19T15:48:42.330" v="21" actId="14100"/>
          <ac:picMkLst>
            <pc:docMk/>
            <pc:sldMk cId="1386013910" sldId="257"/>
            <ac:picMk id="3" creationId="{F826D429-950C-F24D-A325-4B563ED533ED}"/>
          </ac:picMkLst>
        </pc:picChg>
        <pc:picChg chg="mod">
          <ac:chgData name="Agathe S (DA-LON14)" userId="S::agathes@genstudents.org::f5915e61-d89d-405e-b28f-ea68e228edf4" providerId="AD" clId="Web-{BAE1C06C-5C38-D603-EC07-AEA734B6F71F}" dt="2025-11-19T15:49:01.127" v="24" actId="1076"/>
          <ac:picMkLst>
            <pc:docMk/>
            <pc:sldMk cId="1386013910" sldId="257"/>
            <ac:picMk id="6" creationId="{EA779451-0E25-23A0-38B6-81ADA8D9380D}"/>
          </ac:picMkLst>
        </pc:picChg>
      </pc:sldChg>
      <pc:sldChg chg="addSp delSp modSp modNotes">
        <pc:chgData name="Agathe S (DA-LON14)" userId="S::agathes@genstudents.org::f5915e61-d89d-405e-b28f-ea68e228edf4" providerId="AD" clId="Web-{BAE1C06C-5C38-D603-EC07-AEA734B6F71F}" dt="2025-11-19T18:30:06.929" v="608"/>
        <pc:sldMkLst>
          <pc:docMk/>
          <pc:sldMk cId="3711765089" sldId="259"/>
        </pc:sldMkLst>
        <pc:spChg chg="add del mod">
          <ac:chgData name="Agathe S (DA-LON14)" userId="S::agathes@genstudents.org::f5915e61-d89d-405e-b28f-ea68e228edf4" providerId="AD" clId="Web-{BAE1C06C-5C38-D603-EC07-AEA734B6F71F}" dt="2025-11-19T15:49:56.128" v="26"/>
          <ac:spMkLst>
            <pc:docMk/>
            <pc:sldMk cId="3711765089" sldId="259"/>
            <ac:spMk id="4" creationId="{EA63C56E-5EC1-0898-A54B-AA4B849D9F3D}"/>
          </ac:spMkLst>
        </pc:spChg>
        <pc:spChg chg="add del mod">
          <ac:chgData name="Agathe S (DA-LON14)" userId="S::agathes@genstudents.org::f5915e61-d89d-405e-b28f-ea68e228edf4" providerId="AD" clId="Web-{BAE1C06C-5C38-D603-EC07-AEA734B6F71F}" dt="2025-11-19T16:07:32.648" v="346"/>
          <ac:spMkLst>
            <pc:docMk/>
            <pc:sldMk cId="3711765089" sldId="259"/>
            <ac:spMk id="9" creationId="{B7BEAD38-D437-58F4-F9BB-31CC1D78F036}"/>
          </ac:spMkLst>
        </pc:spChg>
        <pc:spChg chg="add del mod">
          <ac:chgData name="Agathe S (DA-LON14)" userId="S::agathes@genstudents.org::f5915e61-d89d-405e-b28f-ea68e228edf4" providerId="AD" clId="Web-{BAE1C06C-5C38-D603-EC07-AEA734B6F71F}" dt="2025-11-19T16:09:20.243" v="348"/>
          <ac:spMkLst>
            <pc:docMk/>
            <pc:sldMk cId="3711765089" sldId="259"/>
            <ac:spMk id="13" creationId="{1DB2D33F-0D22-1F08-4F53-9D540A5120B7}"/>
          </ac:spMkLst>
        </pc:spChg>
        <pc:picChg chg="del">
          <ac:chgData name="Agathe S (DA-LON14)" userId="S::agathes@genstudents.org::f5915e61-d89d-405e-b28f-ea68e228edf4" providerId="AD" clId="Web-{BAE1C06C-5C38-D603-EC07-AEA734B6F71F}" dt="2025-11-19T15:38:46.497" v="3"/>
          <ac:picMkLst>
            <pc:docMk/>
            <pc:sldMk cId="3711765089" sldId="259"/>
            <ac:picMk id="2" creationId="{80E59317-437A-3AFB-4DD5-1E99846F7BD6}"/>
          </ac:picMkLst>
        </pc:picChg>
        <pc:picChg chg="add del mod ord">
          <ac:chgData name="Agathe S (DA-LON14)" userId="S::agathes@genstudents.org::f5915e61-d89d-405e-b28f-ea68e228edf4" providerId="AD" clId="Web-{BAE1C06C-5C38-D603-EC07-AEA734B6F71F}" dt="2025-11-19T16:08:01.820" v="347"/>
          <ac:picMkLst>
            <pc:docMk/>
            <pc:sldMk cId="3711765089" sldId="259"/>
            <ac:picMk id="5" creationId="{E638D1C2-58E2-5E32-A145-F64DE49CEA0E}"/>
          </ac:picMkLst>
        </pc:picChg>
        <pc:picChg chg="add mod ord">
          <ac:chgData name="Agathe S (DA-LON14)" userId="S::agathes@genstudents.org::f5915e61-d89d-405e-b28f-ea68e228edf4" providerId="AD" clId="Web-{BAE1C06C-5C38-D603-EC07-AEA734B6F71F}" dt="2025-11-19T16:09:32.337" v="350" actId="14100"/>
          <ac:picMkLst>
            <pc:docMk/>
            <pc:sldMk cId="3711765089" sldId="259"/>
            <ac:picMk id="15" creationId="{71CA7469-0548-1DDB-0E38-3857A8BED631}"/>
          </ac:picMkLst>
        </pc:picChg>
      </pc:sldChg>
      <pc:sldChg chg="modSp modNotes">
        <pc:chgData name="Agathe S (DA-LON14)" userId="S::agathes@genstudents.org::f5915e61-d89d-405e-b28f-ea68e228edf4" providerId="AD" clId="Web-{BAE1C06C-5C38-D603-EC07-AEA734B6F71F}" dt="2025-11-19T18:30:43.930" v="619"/>
        <pc:sldMkLst>
          <pc:docMk/>
          <pc:sldMk cId="1730030873" sldId="260"/>
        </pc:sldMkLst>
        <pc:picChg chg="mod">
          <ac:chgData name="Agathe S (DA-LON14)" userId="S::agathes@genstudents.org::f5915e61-d89d-405e-b28f-ea68e228edf4" providerId="AD" clId="Web-{BAE1C06C-5C38-D603-EC07-AEA734B6F71F}" dt="2025-11-19T15:39:47.970" v="4" actId="1076"/>
          <ac:picMkLst>
            <pc:docMk/>
            <pc:sldMk cId="1730030873" sldId="260"/>
            <ac:picMk id="6" creationId="{BB38C120-E525-93F7-D4A4-0C67CE783DF1}"/>
          </ac:picMkLst>
        </pc:picChg>
      </pc:sldChg>
      <pc:sldChg chg="addSp delSp modSp modNotes">
        <pc:chgData name="Agathe S (DA-LON14)" userId="S::agathes@genstudents.org::f5915e61-d89d-405e-b28f-ea68e228edf4" providerId="AD" clId="Web-{BAE1C06C-5C38-D603-EC07-AEA734B6F71F}" dt="2025-11-19T18:31:26.415" v="621"/>
        <pc:sldMkLst>
          <pc:docMk/>
          <pc:sldMk cId="2581366074" sldId="261"/>
        </pc:sldMkLst>
        <pc:spChg chg="add del mod">
          <ac:chgData name="Agathe S (DA-LON14)" userId="S::agathes@genstudents.org::f5915e61-d89d-405e-b28f-ea68e228edf4" providerId="AD" clId="Web-{BAE1C06C-5C38-D603-EC07-AEA734B6F71F}" dt="2025-11-19T15:41:50.976" v="8"/>
          <ac:spMkLst>
            <pc:docMk/>
            <pc:sldMk cId="2581366074" sldId="261"/>
            <ac:spMk id="6" creationId="{98806D28-1EB4-1B2C-97C6-8B20373646C4}"/>
          </ac:spMkLst>
        </pc:spChg>
        <pc:picChg chg="del mod">
          <ac:chgData name="Agathe S (DA-LON14)" userId="S::agathes@genstudents.org::f5915e61-d89d-405e-b28f-ea68e228edf4" providerId="AD" clId="Web-{BAE1C06C-5C38-D603-EC07-AEA734B6F71F}" dt="2025-11-19T15:41:44.210" v="7"/>
          <ac:picMkLst>
            <pc:docMk/>
            <pc:sldMk cId="2581366074" sldId="261"/>
            <ac:picMk id="3" creationId="{6BC21169-F5C2-8D65-8035-7C740C42FF4D}"/>
          </ac:picMkLst>
        </pc:picChg>
        <pc:picChg chg="del">
          <ac:chgData name="Agathe S (DA-LON14)" userId="S::agathes@genstudents.org::f5915e61-d89d-405e-b28f-ea68e228edf4" providerId="AD" clId="Web-{BAE1C06C-5C38-D603-EC07-AEA734B6F71F}" dt="2025-11-19T15:41:41.413" v="6"/>
          <ac:picMkLst>
            <pc:docMk/>
            <pc:sldMk cId="2581366074" sldId="261"/>
            <ac:picMk id="4" creationId="{0645AB2B-D808-247A-0356-FC02759FC92F}"/>
          </ac:picMkLst>
        </pc:picChg>
        <pc:picChg chg="add mod ord modCrop">
          <ac:chgData name="Agathe S (DA-LON14)" userId="S::agathes@genstudents.org::f5915e61-d89d-405e-b28f-ea68e228edf4" providerId="AD" clId="Web-{BAE1C06C-5C38-D603-EC07-AEA734B6F71F}" dt="2025-11-19T15:53:07.927" v="124" actId="14100"/>
          <ac:picMkLst>
            <pc:docMk/>
            <pc:sldMk cId="2581366074" sldId="261"/>
            <ac:picMk id="7" creationId="{21D06660-CEFA-A28B-79A4-50511112DDF3}"/>
          </ac:picMkLst>
        </pc:picChg>
        <pc:picChg chg="add del mod">
          <ac:chgData name="Agathe S (DA-LON14)" userId="S::agathes@genstudents.org::f5915e61-d89d-405e-b28f-ea68e228edf4" providerId="AD" clId="Web-{BAE1C06C-5C38-D603-EC07-AEA734B6F71F}" dt="2025-11-19T15:56:46.040" v="141"/>
          <ac:picMkLst>
            <pc:docMk/>
            <pc:sldMk cId="2581366074" sldId="261"/>
            <ac:picMk id="9" creationId="{5C03D518-D5CA-C33C-F65C-DA6802EBFB5E}"/>
          </ac:picMkLst>
        </pc:picChg>
      </pc:sldChg>
      <pc:sldChg chg="addSp delSp modSp modNotes">
        <pc:chgData name="Agathe S (DA-LON14)" userId="S::agathes@genstudents.org::f5915e61-d89d-405e-b28f-ea68e228edf4" providerId="AD" clId="Web-{BAE1C06C-5C38-D603-EC07-AEA734B6F71F}" dt="2025-11-19T18:33:08.151" v="642"/>
        <pc:sldMkLst>
          <pc:docMk/>
          <pc:sldMk cId="2914972925" sldId="262"/>
        </pc:sldMkLst>
        <pc:picChg chg="add mod">
          <ac:chgData name="Agathe S (DA-LON14)" userId="S::agathes@genstudents.org::f5915e61-d89d-405e-b28f-ea68e228edf4" providerId="AD" clId="Web-{BAE1C06C-5C38-D603-EC07-AEA734B6F71F}" dt="2025-11-19T15:54:38.866" v="132" actId="1076"/>
          <ac:picMkLst>
            <pc:docMk/>
            <pc:sldMk cId="2914972925" sldId="262"/>
            <ac:picMk id="3" creationId="{9860BABD-3C83-ED58-F4E9-58818F6593EF}"/>
          </ac:picMkLst>
        </pc:picChg>
        <pc:picChg chg="del">
          <ac:chgData name="Agathe S (DA-LON14)" userId="S::agathes@genstudents.org::f5915e61-d89d-405e-b28f-ea68e228edf4" providerId="AD" clId="Web-{BAE1C06C-5C38-D603-EC07-AEA734B6F71F}" dt="2025-11-19T15:43:49.683" v="17"/>
          <ac:picMkLst>
            <pc:docMk/>
            <pc:sldMk cId="2914972925" sldId="262"/>
            <ac:picMk id="6" creationId="{3F4D29EE-B7AD-645F-2BF9-8BB9BC4EE745}"/>
          </ac:picMkLst>
        </pc:picChg>
      </pc:sldChg>
      <pc:sldChg chg="addSp delSp modSp modNotes">
        <pc:chgData name="Agathe S (DA-LON14)" userId="S::agathes@genstudents.org::f5915e61-d89d-405e-b28f-ea68e228edf4" providerId="AD" clId="Web-{BAE1C06C-5C38-D603-EC07-AEA734B6F71F}" dt="2025-11-19T18:35:44.733" v="653"/>
        <pc:sldMkLst>
          <pc:docMk/>
          <pc:sldMk cId="72882140" sldId="263"/>
        </pc:sldMkLst>
        <pc:spChg chg="add del mod">
          <ac:chgData name="Agathe S (DA-LON14)" userId="S::agathes@genstudents.org::f5915e61-d89d-405e-b28f-ea68e228edf4" providerId="AD" clId="Web-{BAE1C06C-5C38-D603-EC07-AEA734B6F71F}" dt="2025-11-19T16:28:59.041" v="406"/>
          <ac:spMkLst>
            <pc:docMk/>
            <pc:sldMk cId="72882140" sldId="263"/>
            <ac:spMk id="5" creationId="{BE7C7CA7-F4A8-D8C5-06D0-2DF236DD3652}"/>
          </ac:spMkLst>
        </pc:spChg>
        <pc:picChg chg="del">
          <ac:chgData name="Agathe S (DA-LON14)" userId="S::agathes@genstudents.org::f5915e61-d89d-405e-b28f-ea68e228edf4" providerId="AD" clId="Web-{BAE1C06C-5C38-D603-EC07-AEA734B6F71F}" dt="2025-11-19T15:54:57.338" v="133"/>
          <ac:picMkLst>
            <pc:docMk/>
            <pc:sldMk cId="72882140" sldId="263"/>
            <ac:picMk id="4" creationId="{B92C2C7F-1A5A-99FF-3147-F9E912BBC149}"/>
          </ac:picMkLst>
        </pc:picChg>
        <pc:picChg chg="add mod ord">
          <ac:chgData name="Agathe S (DA-LON14)" userId="S::agathes@genstudents.org::f5915e61-d89d-405e-b28f-ea68e228edf4" providerId="AD" clId="Web-{BAE1C06C-5C38-D603-EC07-AEA734B6F71F}" dt="2025-11-19T16:33:21.799" v="439" actId="1076"/>
          <ac:picMkLst>
            <pc:docMk/>
            <pc:sldMk cId="72882140" sldId="263"/>
            <ac:picMk id="6" creationId="{86192FC7-4A2E-4227-E8BD-FE3518673C02}"/>
          </ac:picMkLst>
        </pc:picChg>
        <pc:picChg chg="add mod modCrop">
          <ac:chgData name="Agathe S (DA-LON14)" userId="S::agathes@genstudents.org::f5915e61-d89d-405e-b28f-ea68e228edf4" providerId="AD" clId="Web-{BAE1C06C-5C38-D603-EC07-AEA734B6F71F}" dt="2025-11-19T16:33:00.345" v="436" actId="14100"/>
          <ac:picMkLst>
            <pc:docMk/>
            <pc:sldMk cId="72882140" sldId="263"/>
            <ac:picMk id="7" creationId="{B77EABC8-C5CD-33AB-8A7D-034F3E20C2ED}"/>
          </ac:picMkLst>
        </pc:picChg>
        <pc:picChg chg="add mod modCrop">
          <ac:chgData name="Agathe S (DA-LON14)" userId="S::agathes@genstudents.org::f5915e61-d89d-405e-b28f-ea68e228edf4" providerId="AD" clId="Web-{BAE1C06C-5C38-D603-EC07-AEA734B6F71F}" dt="2025-11-19T16:33:00.407" v="437" actId="14100"/>
          <ac:picMkLst>
            <pc:docMk/>
            <pc:sldMk cId="72882140" sldId="263"/>
            <ac:picMk id="9" creationId="{B344CD31-CC0E-D70E-B646-05ABA6593D38}"/>
          </ac:picMkLst>
        </pc:picChg>
      </pc:sldChg>
      <pc:sldChg chg="addSp delSp modSp add ord replId modNotes">
        <pc:chgData name="Agathe S (DA-LON14)" userId="S::agathes@genstudents.org::f5915e61-d89d-405e-b28f-ea68e228edf4" providerId="AD" clId="Web-{BAE1C06C-5C38-D603-EC07-AEA734B6F71F}" dt="2025-11-19T18:27:18.378" v="492"/>
        <pc:sldMkLst>
          <pc:docMk/>
          <pc:sldMk cId="4110981682" sldId="264"/>
        </pc:sldMkLst>
        <pc:spChg chg="add del mod">
          <ac:chgData name="Agathe S (DA-LON14)" userId="S::agathes@genstudents.org::f5915e61-d89d-405e-b28f-ea68e228edf4" providerId="AD" clId="Web-{BAE1C06C-5C38-D603-EC07-AEA734B6F71F}" dt="2025-11-19T15:56:33.538" v="139"/>
          <ac:spMkLst>
            <pc:docMk/>
            <pc:sldMk cId="4110981682" sldId="264"/>
            <ac:spMk id="4" creationId="{2A980B3C-BDD6-C702-42BE-4081518F2EF0}"/>
          </ac:spMkLst>
        </pc:spChg>
        <pc:picChg chg="del">
          <ac:chgData name="Agathe S (DA-LON14)" userId="S::agathes@genstudents.org::f5915e61-d89d-405e-b28f-ea68e228edf4" providerId="AD" clId="Web-{BAE1C06C-5C38-D603-EC07-AEA734B6F71F}" dt="2025-11-19T15:56:29.850" v="138"/>
          <ac:picMkLst>
            <pc:docMk/>
            <pc:sldMk cId="4110981682" sldId="264"/>
            <ac:picMk id="7" creationId="{D8C913EB-A6CE-DD9A-0293-A837202F7528}"/>
          </ac:picMkLst>
        </pc:picChg>
        <pc:picChg chg="mod">
          <ac:chgData name="Agathe S (DA-LON14)" userId="S::agathes@genstudents.org::f5915e61-d89d-405e-b28f-ea68e228edf4" providerId="AD" clId="Web-{BAE1C06C-5C38-D603-EC07-AEA734B6F71F}" dt="2025-11-19T15:56:39.648" v="140" actId="1076"/>
          <ac:picMkLst>
            <pc:docMk/>
            <pc:sldMk cId="4110981682" sldId="264"/>
            <ac:picMk id="9" creationId="{EA56058C-7EC8-299E-BF54-8F6DBF49C12F}"/>
          </ac:picMkLst>
        </pc:picChg>
      </pc:sldChg>
      <pc:sldChg chg="addSp delSp modSp add replId modNotes">
        <pc:chgData name="Agathe S (DA-LON14)" userId="S::agathes@genstudents.org::f5915e61-d89d-405e-b28f-ea68e228edf4" providerId="AD" clId="Web-{BAE1C06C-5C38-D603-EC07-AEA734B6F71F}" dt="2025-11-19T18:35:50.295" v="656"/>
        <pc:sldMkLst>
          <pc:docMk/>
          <pc:sldMk cId="2315917517" sldId="265"/>
        </pc:sldMkLst>
        <pc:spChg chg="add del mod">
          <ac:chgData name="Agathe S (DA-LON14)" userId="S::agathes@genstudents.org::f5915e61-d89d-405e-b28f-ea68e228edf4" providerId="AD" clId="Web-{BAE1C06C-5C38-D603-EC07-AEA734B6F71F}" dt="2025-11-19T17:17:45.952" v="481"/>
          <ac:spMkLst>
            <pc:docMk/>
            <pc:sldMk cId="2315917517" sldId="265"/>
            <ac:spMk id="4" creationId="{B3829A63-A488-ECB7-F978-68B9B5EEAF66}"/>
          </ac:spMkLst>
        </pc:spChg>
        <pc:picChg chg="add mod ord modCrop">
          <ac:chgData name="Agathe S (DA-LON14)" userId="S::agathes@genstudents.org::f5915e61-d89d-405e-b28f-ea68e228edf4" providerId="AD" clId="Web-{BAE1C06C-5C38-D603-EC07-AEA734B6F71F}" dt="2025-11-19T17:18:15.031" v="486" actId="14100"/>
          <ac:picMkLst>
            <pc:docMk/>
            <pc:sldMk cId="2315917517" sldId="265"/>
            <ac:picMk id="5" creationId="{1DD3050C-153A-37C2-FEE5-DFB4C60E78D7}"/>
          </ac:picMkLst>
        </pc:picChg>
        <pc:picChg chg="del">
          <ac:chgData name="Agathe S (DA-LON14)" userId="S::agathes@genstudents.org::f5915e61-d89d-405e-b28f-ea68e228edf4" providerId="AD" clId="Web-{BAE1C06C-5C38-D603-EC07-AEA734B6F71F}" dt="2025-11-19T16:59:08.859" v="446"/>
          <ac:picMkLst>
            <pc:docMk/>
            <pc:sldMk cId="2315917517" sldId="265"/>
            <ac:picMk id="6" creationId="{5C98DF14-97BE-6301-CBC9-28C6D7F6EA49}"/>
          </ac:picMkLst>
        </pc:picChg>
        <pc:picChg chg="del">
          <ac:chgData name="Agathe S (DA-LON14)" userId="S::agathes@genstudents.org::f5915e61-d89d-405e-b28f-ea68e228edf4" providerId="AD" clId="Web-{BAE1C06C-5C38-D603-EC07-AEA734B6F71F}" dt="2025-11-19T16:59:07.156" v="445"/>
          <ac:picMkLst>
            <pc:docMk/>
            <pc:sldMk cId="2315917517" sldId="265"/>
            <ac:picMk id="7" creationId="{8EF8F723-EC02-B295-1431-9582F6C10428}"/>
          </ac:picMkLst>
        </pc:picChg>
        <pc:picChg chg="del">
          <ac:chgData name="Agathe S (DA-LON14)" userId="S::agathes@genstudents.org::f5915e61-d89d-405e-b28f-ea68e228edf4" providerId="AD" clId="Web-{BAE1C06C-5C38-D603-EC07-AEA734B6F71F}" dt="2025-11-19T16:59:05.843" v="444"/>
          <ac:picMkLst>
            <pc:docMk/>
            <pc:sldMk cId="2315917517" sldId="265"/>
            <ac:picMk id="9" creationId="{8013BAB9-5917-7846-A281-3E79996316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A9EB4-93D2-7047-9A72-0152DEB33DBD}"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DDCFFF-1C38-7443-A7A4-DA05F474F14B}" type="slidenum">
              <a:rPr lang="en-US" smtClean="0"/>
              <a:t>‹#›</a:t>
            </a:fld>
            <a:endParaRPr lang="en-US"/>
          </a:p>
        </p:txBody>
      </p:sp>
    </p:spTree>
    <p:extLst>
      <p:ext uri="{BB962C8B-B14F-4D97-AF65-F5344CB8AC3E}">
        <p14:creationId xmlns:p14="http://schemas.microsoft.com/office/powerpoint/2010/main" val="126829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 this project, our Query Queens ASAP Team intends to take a structured, step-by-step approach to analyse the Adventure Works 2022 demo database and extract meaningful insights based on the scenario or questions provided. Our approach will combine SQL, Python, and data analytics techniques to ensure that the analysis is both accurate and actionable.</a:t>
            </a:r>
            <a:endParaRPr lang="en-US"/>
          </a:p>
        </p:txBody>
      </p:sp>
      <p:sp>
        <p:nvSpPr>
          <p:cNvPr id="4" name="Slide Number Placeholder 3"/>
          <p:cNvSpPr>
            <a:spLocks noGrp="1"/>
          </p:cNvSpPr>
          <p:nvPr>
            <p:ph type="sldNum" sz="quarter" idx="5"/>
          </p:nvPr>
        </p:nvSpPr>
        <p:spPr/>
        <p:txBody>
          <a:bodyPr/>
          <a:lstStyle/>
          <a:p>
            <a:fld id="{5CDDCFFF-1C38-7443-A7A4-DA05F474F14B}" type="slidenum">
              <a:rPr lang="en-US" smtClean="0"/>
              <a:t>1</a:t>
            </a:fld>
            <a:endParaRPr lang="en-US"/>
          </a:p>
        </p:txBody>
      </p:sp>
    </p:spTree>
    <p:extLst>
      <p:ext uri="{BB962C8B-B14F-4D97-AF65-F5344CB8AC3E}">
        <p14:creationId xmlns:p14="http://schemas.microsoft.com/office/powerpoint/2010/main" val="2041770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We have </a:t>
            </a:r>
            <a:r>
              <a:rPr lang="en-US" err="1"/>
              <a:t>analysed</a:t>
            </a:r>
            <a:r>
              <a:rPr lang="en-US"/>
              <a:t> the data and the bar chart shows that USA is the best performing country for this company, and a deeper analysis shows that the Southwest regions is performing the best, with around 2.7 millions in revenue.</a:t>
            </a:r>
          </a:p>
        </p:txBody>
      </p:sp>
      <p:sp>
        <p:nvSpPr>
          <p:cNvPr id="4" name="Slide Number Placeholder 3"/>
          <p:cNvSpPr>
            <a:spLocks noGrp="1"/>
          </p:cNvSpPr>
          <p:nvPr>
            <p:ph type="sldNum" sz="quarter" idx="5"/>
          </p:nvPr>
        </p:nvSpPr>
        <p:spPr/>
        <p:txBody>
          <a:bodyPr/>
          <a:lstStyle/>
          <a:p>
            <a:fld id="{5CDDCFFF-1C38-7443-A7A4-DA05F474F14B}" type="slidenum">
              <a:rPr lang="en-US" smtClean="0"/>
              <a:t>2</a:t>
            </a:fld>
            <a:endParaRPr lang="en-US"/>
          </a:p>
        </p:txBody>
      </p:sp>
    </p:spTree>
    <p:extLst>
      <p:ext uri="{BB962C8B-B14F-4D97-AF65-F5344CB8AC3E}">
        <p14:creationId xmlns:p14="http://schemas.microsoft.com/office/powerpoint/2010/main" val="9044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The scatter plot shows that t</a:t>
            </a:r>
            <a:r>
              <a:rPr lang="en-US"/>
              <a:t>he points are widely scattered with no visible upward or downward trend, showing that there is no correlation between the attribution of a bonus and the amount of Annual Leave days taken. In our view, the bonuses are then likely influenced by performance, sales achievements, or </a:t>
            </a:r>
          </a:p>
          <a:p>
            <a:r>
              <a:rPr lang="en-US"/>
              <a:t>Commissions, rather than Annual Leave taken.</a:t>
            </a:r>
          </a:p>
        </p:txBody>
      </p:sp>
      <p:sp>
        <p:nvSpPr>
          <p:cNvPr id="4" name="Slide Number Placeholder 3"/>
          <p:cNvSpPr>
            <a:spLocks noGrp="1"/>
          </p:cNvSpPr>
          <p:nvPr>
            <p:ph type="sldNum" sz="quarter" idx="5"/>
          </p:nvPr>
        </p:nvSpPr>
        <p:spPr/>
        <p:txBody>
          <a:bodyPr/>
          <a:lstStyle/>
          <a:p>
            <a:fld id="{5CDDCFFF-1C38-7443-A7A4-DA05F474F14B}" type="slidenum">
              <a:rPr lang="en-US" smtClean="0"/>
              <a:t>3</a:t>
            </a:fld>
            <a:endParaRPr lang="en-US"/>
          </a:p>
        </p:txBody>
      </p:sp>
    </p:spTree>
    <p:extLst>
      <p:ext uri="{BB962C8B-B14F-4D97-AF65-F5344CB8AC3E}">
        <p14:creationId xmlns:p14="http://schemas.microsoft.com/office/powerpoint/2010/main" val="1737586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converting all currencies to USD, we observe that some countries contribute substantially more revenue than others: North America is ahead with USA and Canada, which indicates that the company’s sales performance is not evenly distributed geographically. Countries with larger or more active sales territories generate the highest revenue, while others show much lower totals. Overall, the relationship demonstrates that a country is an important factor in revenue generation, with certain markets driving most of the company's income.</a:t>
            </a:r>
          </a:p>
        </p:txBody>
      </p:sp>
      <p:sp>
        <p:nvSpPr>
          <p:cNvPr id="4" name="Slide Number Placeholder 3"/>
          <p:cNvSpPr>
            <a:spLocks noGrp="1"/>
          </p:cNvSpPr>
          <p:nvPr>
            <p:ph type="sldNum" sz="quarter" idx="5"/>
          </p:nvPr>
        </p:nvSpPr>
        <p:spPr/>
        <p:txBody>
          <a:bodyPr/>
          <a:lstStyle/>
          <a:p>
            <a:fld id="{5CDDCFFF-1C38-7443-A7A4-DA05F474F14B}" type="slidenum">
              <a:rPr lang="en-US" smtClean="0"/>
              <a:t>4</a:t>
            </a:fld>
            <a:endParaRPr lang="en-US"/>
          </a:p>
        </p:txBody>
      </p:sp>
    </p:spTree>
    <p:extLst>
      <p:ext uri="{BB962C8B-B14F-4D97-AF65-F5344CB8AC3E}">
        <p14:creationId xmlns:p14="http://schemas.microsoft.com/office/powerpoint/2010/main" val="341394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15D0-D4DA-03D2-EC22-FE68A8344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3CA12-8886-3480-2C03-498977608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A8CD6-B8DB-4A94-900C-E824A05CE11A}"/>
              </a:ext>
            </a:extLst>
          </p:cNvPr>
          <p:cNvSpPr>
            <a:spLocks noGrp="1"/>
          </p:cNvSpPr>
          <p:nvPr>
            <p:ph type="body" idx="1"/>
          </p:nvPr>
        </p:nvSpPr>
        <p:spPr/>
        <p:txBody>
          <a:bodyPr/>
          <a:lstStyle/>
          <a:p>
            <a:r>
              <a:rPr lang="en-GB"/>
              <a:t>We found that only individuals with </a:t>
            </a:r>
            <a:r>
              <a:rPr lang="en-GB" err="1"/>
              <a:t>PersonType</a:t>
            </a:r>
            <a:r>
              <a:rPr lang="en-GB"/>
              <a:t> ‘EM’ (Employee) and ‘SP’ (Sales Person) appear in the </a:t>
            </a:r>
            <a:r>
              <a:rPr lang="en-GB" err="1"/>
              <a:t>HumanResources.Employee</a:t>
            </a:r>
            <a:r>
              <a:rPr lang="en-GB"/>
              <a:t> table, meaning they are the only ones with real job titles and recorded sick-leave hours.  All other </a:t>
            </a:r>
            <a:r>
              <a:rPr lang="en-GB" err="1"/>
              <a:t>PersonTypes</a:t>
            </a:r>
            <a:r>
              <a:rPr lang="en-GB"/>
              <a:t> do not represent internal staff, which is why they were excluded.</a:t>
            </a:r>
            <a:endParaRPr lang="en-US"/>
          </a:p>
          <a:p>
            <a:r>
              <a:rPr lang="en-US"/>
              <a:t>The bar chat shows is a significant discrepancy in the amount of sick leave taken by people of </a:t>
            </a:r>
            <a:r>
              <a:rPr lang="en-US" err="1"/>
              <a:t>PersonType</a:t>
            </a:r>
            <a:r>
              <a:rPr lang="en-US"/>
              <a:t> ‘EM’ and ‘SP’, with people of </a:t>
            </a:r>
            <a:r>
              <a:rPr lang="en-US" err="1"/>
              <a:t>PersonType</a:t>
            </a:r>
            <a:r>
              <a:rPr lang="en-US"/>
              <a:t> ‘EM’ registering almost twice the amount of sick hours than people of </a:t>
            </a:r>
            <a:r>
              <a:rPr lang="en-US" err="1"/>
              <a:t>PersonType</a:t>
            </a:r>
            <a:r>
              <a:rPr lang="en-US"/>
              <a:t> ‘SP’.</a:t>
            </a:r>
          </a:p>
          <a:p>
            <a:endParaRPr lang="en-US"/>
          </a:p>
        </p:txBody>
      </p:sp>
      <p:sp>
        <p:nvSpPr>
          <p:cNvPr id="4" name="Slide Number Placeholder 3">
            <a:extLst>
              <a:ext uri="{FF2B5EF4-FFF2-40B4-BE49-F238E27FC236}">
                <a16:creationId xmlns:a16="http://schemas.microsoft.com/office/drawing/2014/main" id="{36779295-4B8D-8B33-3390-952233FF38F3}"/>
              </a:ext>
            </a:extLst>
          </p:cNvPr>
          <p:cNvSpPr>
            <a:spLocks noGrp="1"/>
          </p:cNvSpPr>
          <p:nvPr>
            <p:ph type="sldNum" sz="quarter" idx="5"/>
          </p:nvPr>
        </p:nvSpPr>
        <p:spPr/>
        <p:txBody>
          <a:bodyPr/>
          <a:lstStyle/>
          <a:p>
            <a:fld id="{5CDDCFFF-1C38-7443-A7A4-DA05F474F14B}" type="slidenum">
              <a:rPr lang="en-US" smtClean="0"/>
              <a:t>5</a:t>
            </a:fld>
            <a:endParaRPr lang="en-US"/>
          </a:p>
        </p:txBody>
      </p:sp>
    </p:spTree>
    <p:extLst>
      <p:ext uri="{BB962C8B-B14F-4D97-AF65-F5344CB8AC3E}">
        <p14:creationId xmlns:p14="http://schemas.microsoft.com/office/powerpoint/2010/main" val="2800310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chart showing the average sick leave hours by job title, we can see a clear pattern: senior leaders consistently take the most sick leave, while mid-level administrative and technical roles fall in the middle. Production and operational roles have the lowest sick leave levels, possibly due to stricter attendance requirements or less flexibility. Overall, the results suggest that sick leave varies significantly by job type and responsibility level.</a:t>
            </a:r>
          </a:p>
        </p:txBody>
      </p:sp>
      <p:sp>
        <p:nvSpPr>
          <p:cNvPr id="4" name="Slide Number Placeholder 3"/>
          <p:cNvSpPr>
            <a:spLocks noGrp="1"/>
          </p:cNvSpPr>
          <p:nvPr>
            <p:ph type="sldNum" sz="quarter" idx="5"/>
          </p:nvPr>
        </p:nvSpPr>
        <p:spPr/>
        <p:txBody>
          <a:bodyPr/>
          <a:lstStyle/>
          <a:p>
            <a:fld id="{5CDDCFFF-1C38-7443-A7A4-DA05F474F14B}" type="slidenum">
              <a:rPr lang="en-US" smtClean="0"/>
              <a:t>6</a:t>
            </a:fld>
            <a:endParaRPr lang="en-US"/>
          </a:p>
        </p:txBody>
      </p:sp>
    </p:spTree>
    <p:extLst>
      <p:ext uri="{BB962C8B-B14F-4D97-AF65-F5344CB8AC3E}">
        <p14:creationId xmlns:p14="http://schemas.microsoft.com/office/powerpoint/2010/main" val="1327286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For this analysis, we have converted all currencies to USD in order to provide a fair comparison between the stores.</a:t>
            </a:r>
          </a:p>
          <a:p>
            <a:pPr>
              <a:defRPr/>
            </a:pPr>
            <a:r>
              <a:rPr lang="en-US"/>
              <a:t>The data displayed in this scatter plot shows that there is no clear relationship between how long a store has been trading and the amount of revenue it generates. Stores with both short and long trading histories are spread across the full range of revenue levels, with no visible trend upward or downward. This suggests that factors other than trading duration— such as store size, location, or staffing—are likely driving revenue performance, rather than simply how long the store has been open.</a:t>
            </a:r>
          </a:p>
          <a:p>
            <a:pPr>
              <a:defRPr/>
            </a:pPr>
            <a:endParaRPr lang="en-US"/>
          </a:p>
          <a:p>
            <a:endParaRPr lang="en-US"/>
          </a:p>
        </p:txBody>
      </p:sp>
      <p:sp>
        <p:nvSpPr>
          <p:cNvPr id="4" name="Slide Number Placeholder 3"/>
          <p:cNvSpPr>
            <a:spLocks noGrp="1"/>
          </p:cNvSpPr>
          <p:nvPr>
            <p:ph type="sldNum" sz="quarter" idx="5"/>
          </p:nvPr>
        </p:nvSpPr>
        <p:spPr/>
        <p:txBody>
          <a:bodyPr/>
          <a:lstStyle/>
          <a:p>
            <a:fld id="{5CDDCFFF-1C38-7443-A7A4-DA05F474F14B}" type="slidenum">
              <a:rPr lang="en-US" smtClean="0"/>
              <a:t>7</a:t>
            </a:fld>
            <a:endParaRPr lang="en-US"/>
          </a:p>
        </p:txBody>
      </p:sp>
    </p:spTree>
    <p:extLst>
      <p:ext uri="{BB962C8B-B14F-4D97-AF65-F5344CB8AC3E}">
        <p14:creationId xmlns:p14="http://schemas.microsoft.com/office/powerpoint/2010/main" val="1849109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analysis shows a clear positive relationship between store size, number of employees, and annual revenue. Larger stores employ more staff and consistently generate higher revenue. Likewise, stores with more employees tend to earn more. Overall, bigger stores with larger teams deliver stronger financial performance.</a:t>
            </a:r>
          </a:p>
          <a:p>
            <a:endParaRPr lang="en-GB" dirty="0"/>
          </a:p>
          <a:p>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5CDDCFFF-1C38-7443-A7A4-DA05F474F14B}" type="slidenum">
              <a:rPr lang="en-US" smtClean="0"/>
              <a:t>8</a:t>
            </a:fld>
            <a:endParaRPr lang="en-US"/>
          </a:p>
        </p:txBody>
      </p:sp>
    </p:spTree>
    <p:extLst>
      <p:ext uri="{BB962C8B-B14F-4D97-AF65-F5344CB8AC3E}">
        <p14:creationId xmlns:p14="http://schemas.microsoft.com/office/powerpoint/2010/main" val="3914548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316E-E8E9-CC88-A161-496254B897A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8D2317C-B296-AF4C-F5B7-E44D42AD4E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C33675C-DFFF-D6E4-F462-385F04FA95E6}"/>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86896221-E3D3-720F-832F-4A20F3D81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0AE915-1542-6A84-3E9A-5E79CBE5454B}"/>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1149979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3A9C-98B5-BAA7-B38F-7C4F46E3484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F4592B9-3C6D-30A9-F1B8-6AA02528631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8F18CC-6DA6-68AC-0422-53C664F09F4B}"/>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CA9B9DEC-63D6-DD8E-EE66-8612503BD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099B2-4E78-7743-8A54-438954905263}"/>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369105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736C-DC4B-43CB-2573-7BE9E998858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3766BFD-EC2C-9091-D5F6-5EC5EC10F9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387E74-BB63-7BF0-C418-66B4D6417A87}"/>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2625431A-B432-F0DC-0646-F79BE2D935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5812F-16B5-D4AA-B4D8-B73082EDBA76}"/>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2903066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5C02-57CA-3F4A-D9D6-B261CA85532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23A61AB-110F-81EC-E35B-EB095C3F715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665D136-9B49-C79B-8547-710E34F91B9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51254DE-6F60-B054-888E-9DA74D9666BA}"/>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6" name="Footer Placeholder 5">
            <a:extLst>
              <a:ext uri="{FF2B5EF4-FFF2-40B4-BE49-F238E27FC236}">
                <a16:creationId xmlns:a16="http://schemas.microsoft.com/office/drawing/2014/main" id="{9A3777F8-D804-F21F-1A5E-FE0782B7AA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A3DE00-A551-D7D1-E8B7-8A2B3CA93234}"/>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124260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782E-BB81-932A-3CC9-ADF96CB71AD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896E97-9287-2385-E393-08C00BB77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958E6F5-ECCF-9767-0E17-15765FA8EF7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28AC269-21F7-986D-4DFD-67890A473E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3D4BE63-4DA7-1828-3533-79D6FB767F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C5445A9-1823-C5D8-1B16-C973ACD561CD}"/>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8" name="Footer Placeholder 7">
            <a:extLst>
              <a:ext uri="{FF2B5EF4-FFF2-40B4-BE49-F238E27FC236}">
                <a16:creationId xmlns:a16="http://schemas.microsoft.com/office/drawing/2014/main" id="{E3D9A381-DF1C-2E55-F16E-90AFAE18FE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0637A9-98A4-DFAA-07F1-8FCC031E06B3}"/>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3968786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114F8-EA6D-FBF8-8D56-1E9FF406BC0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D8A73C0-6DB7-5743-6968-3FB2E60C2810}"/>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4" name="Footer Placeholder 3">
            <a:extLst>
              <a:ext uri="{FF2B5EF4-FFF2-40B4-BE49-F238E27FC236}">
                <a16:creationId xmlns:a16="http://schemas.microsoft.com/office/drawing/2014/main" id="{B3C35FB0-4C84-9B74-A791-2170B5B075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368DA8-DA7D-462D-7DC1-150A9A38E474}"/>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152961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0F044F-232D-D512-A0FD-017FD7D3FF4B}"/>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3" name="Footer Placeholder 2">
            <a:extLst>
              <a:ext uri="{FF2B5EF4-FFF2-40B4-BE49-F238E27FC236}">
                <a16:creationId xmlns:a16="http://schemas.microsoft.com/office/drawing/2014/main" id="{D6D83701-55F8-3CF0-E856-8BE628DBAC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919417-AF20-45FB-8F68-B00A23177BF2}"/>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4212723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2C43D-4609-4DA0-2B57-32BD71A82C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931E1A5-4421-4E38-7D1B-19BC9B7BE5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C8A384B-5D89-14EE-B407-3C1140F58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EFB4F0D-4C8D-6FAE-FCAB-B35071901424}"/>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6" name="Footer Placeholder 5">
            <a:extLst>
              <a:ext uri="{FF2B5EF4-FFF2-40B4-BE49-F238E27FC236}">
                <a16:creationId xmlns:a16="http://schemas.microsoft.com/office/drawing/2014/main" id="{16E9F3B5-9366-5ED9-FC0E-44A0CB9735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A461E6-FFE0-378B-0C00-68C221E73341}"/>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44851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8CF1-EB91-639B-A686-3E4B43AA03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DEE0A8-29AA-4346-6F83-9AAA1DD59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89841D-C3C9-63BD-3EF3-CA1F075326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12309DD-5E7C-78BD-98BA-562562E4233E}"/>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6" name="Footer Placeholder 5">
            <a:extLst>
              <a:ext uri="{FF2B5EF4-FFF2-40B4-BE49-F238E27FC236}">
                <a16:creationId xmlns:a16="http://schemas.microsoft.com/office/drawing/2014/main" id="{780EEC0A-65FE-ABC8-904E-AECDECB81D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A7C7F4-E15C-A33F-8CC4-AE125AC0A7FD}"/>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53433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6EF06-0BCB-36BB-E741-511751AAAA9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0D06F64-93B2-106B-0FEA-4CD4E44B573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7F4FA4-41B9-01D3-52CD-714F684374F0}"/>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0CB4351F-91CB-166A-F597-5407308E0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1D237-A05F-5D27-8BEB-28B27EC88CBA}"/>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2373328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F27F20-2B37-56D4-2548-0330AF98D16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67F1105-BD93-F9BB-6DBB-A5B49FD6C6E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CB8225-856E-4B52-0915-1DC16CA5EB24}"/>
              </a:ext>
            </a:extLst>
          </p:cNvPr>
          <p:cNvSpPr>
            <a:spLocks noGrp="1"/>
          </p:cNvSpPr>
          <p:nvPr>
            <p:ph type="dt" sz="half" idx="10"/>
          </p:nvPr>
        </p:nvSpPr>
        <p:spPr/>
        <p:txBody>
          <a:body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A455313E-F1D8-EDBE-486C-A8BE26948B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D0C55-BBD3-80E9-1265-9C897D7AB71F}"/>
              </a:ext>
            </a:extLst>
          </p:cNvPr>
          <p:cNvSpPr>
            <a:spLocks noGrp="1"/>
          </p:cNvSpPr>
          <p:nvPr>
            <p:ph type="sldNum" sz="quarter" idx="12"/>
          </p:nvPr>
        </p:nvSpPr>
        <p:spPr/>
        <p:txBody>
          <a:bodyPr/>
          <a:lstStyle/>
          <a:p>
            <a:fld id="{5405F1B7-491A-EA44-85FA-AA599F6AE27E}" type="slidenum">
              <a:rPr lang="en-US" smtClean="0"/>
              <a:t>‹#›</a:t>
            </a:fld>
            <a:endParaRPr lang="en-US"/>
          </a:p>
        </p:txBody>
      </p:sp>
    </p:spTree>
    <p:extLst>
      <p:ext uri="{BB962C8B-B14F-4D97-AF65-F5344CB8AC3E}">
        <p14:creationId xmlns:p14="http://schemas.microsoft.com/office/powerpoint/2010/main" val="443106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E352DD-198A-B306-8DD5-471F4DB4F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3FFF5C4-BBA0-13A6-74F5-398C89E323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37BCC1-CD1B-2001-DB52-2048F532C7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1AE12A-0507-3045-8F7B-F9F557D20686}" type="datetimeFigureOut">
              <a:rPr lang="en-US" smtClean="0"/>
              <a:t>11/20/2025</a:t>
            </a:fld>
            <a:endParaRPr lang="en-US"/>
          </a:p>
        </p:txBody>
      </p:sp>
      <p:sp>
        <p:nvSpPr>
          <p:cNvPr id="5" name="Footer Placeholder 4">
            <a:extLst>
              <a:ext uri="{FF2B5EF4-FFF2-40B4-BE49-F238E27FC236}">
                <a16:creationId xmlns:a16="http://schemas.microsoft.com/office/drawing/2014/main" id="{8630CF37-6352-4943-7C8E-B1A4E7209F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DB1B8C-87A9-9E51-E362-6307379DC2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5F1B7-491A-EA44-85FA-AA599F6AE27E}" type="slidenum">
              <a:rPr lang="en-US" smtClean="0"/>
              <a:t>‹#›</a:t>
            </a:fld>
            <a:endParaRPr lang="en-US"/>
          </a:p>
        </p:txBody>
      </p:sp>
    </p:spTree>
    <p:extLst>
      <p:ext uri="{BB962C8B-B14F-4D97-AF65-F5344CB8AC3E}">
        <p14:creationId xmlns:p14="http://schemas.microsoft.com/office/powerpoint/2010/main" val="3387043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BF8CCE3-575D-FD82-7CB9-F2931F9DA157}"/>
              </a:ext>
            </a:extLst>
          </p:cNvPr>
          <p:cNvSpPr txBox="1"/>
          <p:nvPr/>
        </p:nvSpPr>
        <p:spPr>
          <a:xfrm>
            <a:off x="826396" y="586855"/>
            <a:ext cx="4230100"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Interim Project Overview </a:t>
            </a:r>
            <a:endParaRPr lang="en-US" sz="4000" kern="1200">
              <a:solidFill>
                <a:srgbClr val="FFFFFF"/>
              </a:solidFill>
              <a:latin typeface="+mj-lt"/>
              <a:ea typeface="+mj-ea"/>
              <a:cs typeface="+mj-cs"/>
            </a:endParaRPr>
          </a:p>
        </p:txBody>
      </p:sp>
      <p:sp>
        <p:nvSpPr>
          <p:cNvPr id="5" name="TextBox 4">
            <a:extLst>
              <a:ext uri="{FF2B5EF4-FFF2-40B4-BE49-F238E27FC236}">
                <a16:creationId xmlns:a16="http://schemas.microsoft.com/office/drawing/2014/main" id="{6415FDE5-424E-B8AF-08B0-9DF795F0BD4C}"/>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a:lnSpc>
                <a:spcPct val="90000"/>
              </a:lnSpc>
              <a:spcAft>
                <a:spcPts val="600"/>
              </a:spcAft>
            </a:pPr>
            <a:r>
              <a:rPr lang="en-US" sz="3200" b="1"/>
              <a:t>Query Queens </a:t>
            </a:r>
            <a:r>
              <a:rPr lang="en-US" sz="3200" b="1">
                <a:solidFill>
                  <a:srgbClr val="0070C0"/>
                </a:solidFill>
              </a:rPr>
              <a:t>ASAP</a:t>
            </a:r>
          </a:p>
          <a:p>
            <a:pPr>
              <a:lnSpc>
                <a:spcPct val="90000"/>
              </a:lnSpc>
              <a:spcAft>
                <a:spcPts val="600"/>
              </a:spcAft>
            </a:pPr>
            <a:endParaRPr lang="en-US" sz="3200" b="1"/>
          </a:p>
          <a:p>
            <a:pPr indent="-228600">
              <a:lnSpc>
                <a:spcPct val="90000"/>
              </a:lnSpc>
              <a:spcAft>
                <a:spcPts val="600"/>
              </a:spcAft>
              <a:buFont typeface="Arial" panose="020B0604020202020204" pitchFamily="34" charset="0"/>
              <a:buChar char="•"/>
            </a:pPr>
            <a:r>
              <a:rPr lang="en-US" sz="2000" b="1">
                <a:solidFill>
                  <a:srgbClr val="0070C0"/>
                </a:solidFill>
              </a:rPr>
              <a:t>A</a:t>
            </a:r>
            <a:r>
              <a:rPr lang="en-US" sz="2000" b="1"/>
              <a:t>mirah</a:t>
            </a:r>
          </a:p>
          <a:p>
            <a:pPr indent="-228600">
              <a:lnSpc>
                <a:spcPct val="90000"/>
              </a:lnSpc>
              <a:spcAft>
                <a:spcPts val="600"/>
              </a:spcAft>
              <a:buFont typeface="Arial" panose="020B0604020202020204" pitchFamily="34" charset="0"/>
              <a:buChar char="•"/>
            </a:pPr>
            <a:r>
              <a:rPr lang="en-US" sz="2000" b="1">
                <a:solidFill>
                  <a:srgbClr val="0070C0"/>
                </a:solidFill>
              </a:rPr>
              <a:t>S</a:t>
            </a:r>
            <a:r>
              <a:rPr lang="en-US" sz="2000" b="1"/>
              <a:t>ama</a:t>
            </a:r>
          </a:p>
          <a:p>
            <a:pPr indent="-228600">
              <a:lnSpc>
                <a:spcPct val="90000"/>
              </a:lnSpc>
              <a:spcAft>
                <a:spcPts val="600"/>
              </a:spcAft>
              <a:buFont typeface="Arial" panose="020B0604020202020204" pitchFamily="34" charset="0"/>
              <a:buChar char="•"/>
            </a:pPr>
            <a:r>
              <a:rPr lang="en-US" sz="2000" b="1">
                <a:solidFill>
                  <a:srgbClr val="0070C0"/>
                </a:solidFill>
              </a:rPr>
              <a:t>A</a:t>
            </a:r>
            <a:r>
              <a:rPr lang="en-US" sz="2000" b="1"/>
              <a:t>gathe</a:t>
            </a:r>
          </a:p>
          <a:p>
            <a:pPr indent="-228600">
              <a:lnSpc>
                <a:spcPct val="90000"/>
              </a:lnSpc>
              <a:spcAft>
                <a:spcPts val="600"/>
              </a:spcAft>
              <a:buFont typeface="Arial" panose="020B0604020202020204" pitchFamily="34" charset="0"/>
              <a:buChar char="•"/>
            </a:pPr>
            <a:r>
              <a:rPr lang="en-US" sz="2000" b="1" err="1">
                <a:solidFill>
                  <a:srgbClr val="0070C0"/>
                </a:solidFill>
              </a:rPr>
              <a:t>P</a:t>
            </a:r>
            <a:r>
              <a:rPr lang="en-US" sz="2000" b="1" err="1"/>
              <a:t>urbasha</a:t>
            </a:r>
            <a:endParaRPr lang="en-US" sz="2000" b="1"/>
          </a:p>
        </p:txBody>
      </p:sp>
    </p:spTree>
    <p:extLst>
      <p:ext uri="{BB962C8B-B14F-4D97-AF65-F5344CB8AC3E}">
        <p14:creationId xmlns:p14="http://schemas.microsoft.com/office/powerpoint/2010/main" val="3277229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9EE246-3B9D-3E90-B770-85CEBB3F87FA}"/>
              </a:ext>
            </a:extLst>
          </p:cNvPr>
          <p:cNvSpPr>
            <a:spLocks noGrp="1"/>
          </p:cNvSpPr>
          <p:nvPr>
            <p:ph type="title"/>
          </p:nvPr>
        </p:nvSpPr>
        <p:spPr>
          <a:xfrm>
            <a:off x="1371599" y="352594"/>
            <a:ext cx="9441544" cy="1302894"/>
          </a:xfrm>
        </p:spPr>
        <p:txBody>
          <a:bodyPr>
            <a:normAutofit fontScale="90000"/>
          </a:bodyPr>
          <a:lstStyle/>
          <a:p>
            <a:r>
              <a:rPr lang="en-GB" sz="4000" b="0" i="0" u="none" strike="noStrike">
                <a:solidFill>
                  <a:schemeClr val="bg1"/>
                </a:solidFill>
                <a:effectLst/>
                <a:latin typeface="Arial" panose="020B0604020202020204" pitchFamily="34" charset="0"/>
              </a:rPr>
              <a:t>What are the regional sales in the best performing country?</a:t>
            </a:r>
            <a:br>
              <a:rPr lang="en-GB" sz="4000" b="0" i="0" u="none" strike="noStrike">
                <a:solidFill>
                  <a:srgbClr val="000000"/>
                </a:solidFill>
                <a:effectLst/>
                <a:latin typeface="Arial" panose="020B0604020202020204" pitchFamily="34" charset="0"/>
              </a:rPr>
            </a:br>
            <a:endParaRPr lang="en-US" sz="4000">
              <a:solidFill>
                <a:srgbClr val="FFFFFF"/>
              </a:solidFill>
            </a:endParaRPr>
          </a:p>
        </p:txBody>
      </p:sp>
      <p:pic>
        <p:nvPicPr>
          <p:cNvPr id="3" name="Picture 2" descr="A graph with blue squares&#10;&#10;AI-generated content may be incorrect.">
            <a:extLst>
              <a:ext uri="{FF2B5EF4-FFF2-40B4-BE49-F238E27FC236}">
                <a16:creationId xmlns:a16="http://schemas.microsoft.com/office/drawing/2014/main" id="{F826D429-950C-F24D-A325-4B563ED533ED}"/>
              </a:ext>
            </a:extLst>
          </p:cNvPr>
          <p:cNvPicPr>
            <a:picLocks noChangeAspect="1"/>
          </p:cNvPicPr>
          <p:nvPr/>
        </p:nvPicPr>
        <p:blipFill>
          <a:blip r:embed="rId3"/>
          <a:stretch>
            <a:fillRect/>
          </a:stretch>
        </p:blipFill>
        <p:spPr>
          <a:xfrm>
            <a:off x="-157" y="2126587"/>
            <a:ext cx="6916930" cy="4504593"/>
          </a:xfrm>
          <a:prstGeom prst="rect">
            <a:avLst/>
          </a:prstGeom>
        </p:spPr>
      </p:pic>
      <p:pic>
        <p:nvPicPr>
          <p:cNvPr id="6" name="Content Placeholder 5">
            <a:extLst>
              <a:ext uri="{FF2B5EF4-FFF2-40B4-BE49-F238E27FC236}">
                <a16:creationId xmlns:a16="http://schemas.microsoft.com/office/drawing/2014/main" id="{EA779451-0E25-23A0-38B6-81ADA8D9380D}"/>
              </a:ext>
            </a:extLst>
          </p:cNvPr>
          <p:cNvPicPr>
            <a:picLocks noGrp="1" noChangeAspect="1"/>
          </p:cNvPicPr>
          <p:nvPr>
            <p:ph idx="1"/>
          </p:nvPr>
        </p:nvPicPr>
        <p:blipFill>
          <a:blip r:embed="rId4"/>
          <a:stretch>
            <a:fillRect/>
          </a:stretch>
        </p:blipFill>
        <p:spPr>
          <a:xfrm>
            <a:off x="5885204" y="1876138"/>
            <a:ext cx="6022312" cy="4525107"/>
          </a:xfrm>
          <a:prstGeom prst="rect">
            <a:avLst/>
          </a:prstGeom>
        </p:spPr>
      </p:pic>
    </p:spTree>
    <p:extLst>
      <p:ext uri="{BB962C8B-B14F-4D97-AF65-F5344CB8AC3E}">
        <p14:creationId xmlns:p14="http://schemas.microsoft.com/office/powerpoint/2010/main" val="1386013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90C0F3-A0BB-6813-5772-CF73E44ACD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13DEEA1-D386-064E-A13E-546C5947B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282B24-FFEE-02B4-E867-2D459B734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BCF98AE-4F4E-05DD-9255-A432E76593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ACAA13A-35EF-3EA8-BE0D-9B5AF5FCC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DF19C67-D1C7-B5E0-1B64-70300541B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24A6AA19-5589-D54A-90F3-358B3E46A118}"/>
              </a:ext>
            </a:extLst>
          </p:cNvPr>
          <p:cNvSpPr txBox="1">
            <a:spLocks/>
          </p:cNvSpPr>
          <p:nvPr/>
        </p:nvSpPr>
        <p:spPr>
          <a:xfrm>
            <a:off x="1371599" y="352594"/>
            <a:ext cx="9441544" cy="1302894"/>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700">
                <a:solidFill>
                  <a:schemeClr val="bg1"/>
                </a:solidFill>
                <a:latin typeface="Arial" panose="020B0604020202020204" pitchFamily="34" charset="0"/>
              </a:rPr>
              <a:t>What is the relationship between annual leave taken and bonus?</a:t>
            </a:r>
            <a:br>
              <a:rPr lang="en-GB" sz="4000">
                <a:latin typeface="Arial" panose="020B0604020202020204" pitchFamily="34" charset="0"/>
              </a:rPr>
            </a:br>
            <a:endParaRPr lang="en-US" sz="4000">
              <a:solidFill>
                <a:srgbClr val="FFFFFF"/>
              </a:solidFill>
            </a:endParaRPr>
          </a:p>
        </p:txBody>
      </p:sp>
      <p:pic>
        <p:nvPicPr>
          <p:cNvPr id="15" name="Content Placeholder 14" descr="A graph with blue dots&#10;&#10;AI-generated content may be incorrect.">
            <a:extLst>
              <a:ext uri="{FF2B5EF4-FFF2-40B4-BE49-F238E27FC236}">
                <a16:creationId xmlns:a16="http://schemas.microsoft.com/office/drawing/2014/main" id="{71CA7469-0548-1DDB-0E38-3857A8BED631}"/>
              </a:ext>
            </a:extLst>
          </p:cNvPr>
          <p:cNvPicPr>
            <a:picLocks noGrp="1" noChangeAspect="1"/>
          </p:cNvPicPr>
          <p:nvPr>
            <p:ph idx="1"/>
          </p:nvPr>
        </p:nvPicPr>
        <p:blipFill>
          <a:blip r:embed="rId3"/>
          <a:stretch>
            <a:fillRect/>
          </a:stretch>
        </p:blipFill>
        <p:spPr>
          <a:xfrm>
            <a:off x="2900625" y="1600576"/>
            <a:ext cx="6742443" cy="5061019"/>
          </a:xfrm>
          <a:prstGeom prst="rect">
            <a:avLst/>
          </a:prstGeom>
        </p:spPr>
      </p:pic>
    </p:spTree>
    <p:extLst>
      <p:ext uri="{BB962C8B-B14F-4D97-AF65-F5344CB8AC3E}">
        <p14:creationId xmlns:p14="http://schemas.microsoft.com/office/powerpoint/2010/main" val="3711765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AD2287-DCFE-4E09-39C7-B27672BB92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62A79B8-69F5-5E9B-0B5C-653CEA80E3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73C6C2-AD50-C839-D39D-75BF28CE3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E30180-03E5-6BDA-208C-090465EEE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5B0C9D7-C6C5-1822-6A63-73F71996E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26578E0-04C3-140F-37A7-38989FD8B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33CC69A-D98F-EBF8-A275-9D2724452552}"/>
              </a:ext>
            </a:extLst>
          </p:cNvPr>
          <p:cNvSpPr txBox="1">
            <a:spLocks/>
          </p:cNvSpPr>
          <p:nvPr/>
        </p:nvSpPr>
        <p:spPr>
          <a:xfrm>
            <a:off x="1371599" y="625892"/>
            <a:ext cx="9441544" cy="13028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a:solidFill>
                  <a:schemeClr val="bg1"/>
                </a:solidFill>
                <a:latin typeface="Arial"/>
                <a:cs typeface="Arial"/>
              </a:rPr>
              <a:t>What is the relationship between Country and Revenue?</a:t>
            </a:r>
            <a:br>
              <a:rPr lang="en-GB" sz="3600">
                <a:latin typeface="Arial" panose="020B0604020202020204" pitchFamily="34" charset="0"/>
              </a:rPr>
            </a:br>
            <a:br>
              <a:rPr lang="en-GB" sz="3600">
                <a:latin typeface="Arial" panose="020B0604020202020204" pitchFamily="34" charset="0"/>
              </a:rPr>
            </a:br>
            <a:endParaRPr lang="en-US" sz="3600">
              <a:solidFill>
                <a:srgbClr val="FFFFFF"/>
              </a:solidFill>
              <a:latin typeface="Arial"/>
              <a:cs typeface="Arial"/>
            </a:endParaRPr>
          </a:p>
        </p:txBody>
      </p:sp>
      <p:pic>
        <p:nvPicPr>
          <p:cNvPr id="6" name="Content Placeholder 5" descr="A graph of blue rectangular bars with white text&#10;&#10;AI-generated content may be incorrect.">
            <a:extLst>
              <a:ext uri="{FF2B5EF4-FFF2-40B4-BE49-F238E27FC236}">
                <a16:creationId xmlns:a16="http://schemas.microsoft.com/office/drawing/2014/main" id="{BB38C120-E525-93F7-D4A4-0C67CE783DF1}"/>
              </a:ext>
            </a:extLst>
          </p:cNvPr>
          <p:cNvPicPr>
            <a:picLocks noGrp="1" noChangeAspect="1"/>
          </p:cNvPicPr>
          <p:nvPr>
            <p:ph idx="1"/>
          </p:nvPr>
        </p:nvPicPr>
        <p:blipFill>
          <a:blip r:embed="rId3"/>
          <a:stretch>
            <a:fillRect/>
          </a:stretch>
        </p:blipFill>
        <p:spPr>
          <a:xfrm>
            <a:off x="2306768" y="1928870"/>
            <a:ext cx="6525803" cy="4844002"/>
          </a:xfrm>
          <a:prstGeom prst="rect">
            <a:avLst/>
          </a:prstGeom>
        </p:spPr>
      </p:pic>
    </p:spTree>
    <p:extLst>
      <p:ext uri="{BB962C8B-B14F-4D97-AF65-F5344CB8AC3E}">
        <p14:creationId xmlns:p14="http://schemas.microsoft.com/office/powerpoint/2010/main" val="1730030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08BCF6-602B-1A8D-CFCC-703D9F6C4F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86597C-4022-8108-AFED-3CE0FF22F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C9CA957-7812-3B30-B296-2179ADB325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45DBEDD-19F6-D068-27FE-11E8586E7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ED5FC-4609-0D29-D286-0929EC8F81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9D52A8D-840A-D349-B8A8-588C9B964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A70839-AF9F-6F7D-07E9-08078CCF3563}"/>
              </a:ext>
            </a:extLst>
          </p:cNvPr>
          <p:cNvSpPr>
            <a:spLocks noGrp="1"/>
          </p:cNvSpPr>
          <p:nvPr>
            <p:ph type="title"/>
          </p:nvPr>
        </p:nvSpPr>
        <p:spPr>
          <a:xfrm>
            <a:off x="1371599" y="625892"/>
            <a:ext cx="9441544" cy="1302894"/>
          </a:xfrm>
        </p:spPr>
        <p:txBody>
          <a:bodyPr>
            <a:normAutofit fontScale="90000"/>
          </a:bodyPr>
          <a:lstStyle/>
          <a:p>
            <a:r>
              <a:rPr lang="en-GB" sz="4000" b="0" i="0" u="none" strike="noStrike">
                <a:solidFill>
                  <a:schemeClr val="bg1"/>
                </a:solidFill>
                <a:effectLst/>
                <a:latin typeface="Arial" panose="020B0604020202020204" pitchFamily="34" charset="0"/>
              </a:rPr>
              <a:t>What is the relationship between sick leave and Job Title (</a:t>
            </a:r>
            <a:r>
              <a:rPr lang="en-GB" sz="4000" b="0" i="0" u="none" strike="noStrike" err="1">
                <a:solidFill>
                  <a:schemeClr val="bg1"/>
                </a:solidFill>
                <a:effectLst/>
                <a:latin typeface="Arial" panose="020B0604020202020204" pitchFamily="34" charset="0"/>
              </a:rPr>
              <a:t>PersonType</a:t>
            </a:r>
            <a:r>
              <a:rPr lang="en-GB" sz="4000" b="0" i="0" u="none" strike="noStrike">
                <a:solidFill>
                  <a:schemeClr val="bg1"/>
                </a:solidFill>
                <a:effectLst/>
                <a:latin typeface="Arial" panose="020B0604020202020204" pitchFamily="34" charset="0"/>
              </a:rPr>
              <a:t>)?</a:t>
            </a:r>
            <a:br>
              <a:rPr lang="en-GB" sz="4000" b="0" i="0" u="none" strike="noStrike">
                <a:solidFill>
                  <a:srgbClr val="000000"/>
                </a:solidFill>
                <a:effectLst/>
                <a:latin typeface="Arial" panose="020B0604020202020204" pitchFamily="34" charset="0"/>
              </a:rPr>
            </a:br>
            <a:br>
              <a:rPr lang="en-GB" sz="4000" b="0" i="0" u="none" strike="noStrike">
                <a:solidFill>
                  <a:srgbClr val="000000"/>
                </a:solidFill>
                <a:effectLst/>
                <a:latin typeface="Arial" panose="020B0604020202020204" pitchFamily="34" charset="0"/>
              </a:rPr>
            </a:br>
            <a:endParaRPr lang="en-US" sz="4000">
              <a:solidFill>
                <a:srgbClr val="FFFFFF"/>
              </a:solidFill>
            </a:endParaRPr>
          </a:p>
        </p:txBody>
      </p:sp>
      <p:pic>
        <p:nvPicPr>
          <p:cNvPr id="4" name="Picture 3" descr="A graph of a sick leave&#10;&#10;AI-generated content may be incorrect.">
            <a:extLst>
              <a:ext uri="{FF2B5EF4-FFF2-40B4-BE49-F238E27FC236}">
                <a16:creationId xmlns:a16="http://schemas.microsoft.com/office/drawing/2014/main" id="{BE7505E9-7601-FB0F-D8AE-6B3E59B6095A}"/>
              </a:ext>
            </a:extLst>
          </p:cNvPr>
          <p:cNvPicPr>
            <a:picLocks noChangeAspect="1"/>
          </p:cNvPicPr>
          <p:nvPr/>
        </p:nvPicPr>
        <p:blipFill>
          <a:blip r:embed="rId3"/>
          <a:srcRect l="3629" t="7326" r="-107" b="3834"/>
          <a:stretch>
            <a:fillRect/>
          </a:stretch>
        </p:blipFill>
        <p:spPr>
          <a:xfrm>
            <a:off x="3477821" y="1715610"/>
            <a:ext cx="8295782" cy="5009046"/>
          </a:xfrm>
          <a:prstGeom prst="rect">
            <a:avLst/>
          </a:prstGeom>
        </p:spPr>
      </p:pic>
      <p:sp>
        <p:nvSpPr>
          <p:cNvPr id="3" name="TextBox 2">
            <a:extLst>
              <a:ext uri="{FF2B5EF4-FFF2-40B4-BE49-F238E27FC236}">
                <a16:creationId xmlns:a16="http://schemas.microsoft.com/office/drawing/2014/main" id="{20212260-AF19-4193-AD3F-057A036035B4}"/>
              </a:ext>
            </a:extLst>
          </p:cNvPr>
          <p:cNvSpPr txBox="1"/>
          <p:nvPr/>
        </p:nvSpPr>
        <p:spPr>
          <a:xfrm>
            <a:off x="463846" y="2387113"/>
            <a:ext cx="268091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SP: Sales Persons</a:t>
            </a:r>
          </a:p>
          <a:p>
            <a:endParaRPr lang="en-GB"/>
          </a:p>
          <a:p>
            <a:r>
              <a:rPr lang="en-GB" dirty="0"/>
              <a:t>EM: Employees</a:t>
            </a:r>
          </a:p>
        </p:txBody>
      </p:sp>
    </p:spTree>
    <p:extLst>
      <p:ext uri="{BB962C8B-B14F-4D97-AF65-F5344CB8AC3E}">
        <p14:creationId xmlns:p14="http://schemas.microsoft.com/office/powerpoint/2010/main" val="4110981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1FC4B4-FCB1-5905-35B4-52E1FB1FB87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00E445-6E53-EDBE-A54F-114E8817A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2B4CD3-5DFE-DEA0-FEA4-B6A572552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99FA98-14E2-4D78-988B-7BB88CD4B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41B62F5-6C58-DDF5-A568-A43BAC690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E63B829-75CA-E479-40F6-434E6C8BD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05643-BD0D-FCB2-27AE-6E9E2DE2E3C5}"/>
              </a:ext>
            </a:extLst>
          </p:cNvPr>
          <p:cNvSpPr>
            <a:spLocks noGrp="1"/>
          </p:cNvSpPr>
          <p:nvPr>
            <p:ph type="title"/>
          </p:nvPr>
        </p:nvSpPr>
        <p:spPr>
          <a:xfrm>
            <a:off x="1371599" y="625892"/>
            <a:ext cx="9441544" cy="1302894"/>
          </a:xfrm>
        </p:spPr>
        <p:txBody>
          <a:bodyPr>
            <a:normAutofit fontScale="90000"/>
          </a:bodyPr>
          <a:lstStyle/>
          <a:p>
            <a:r>
              <a:rPr lang="en-GB" sz="4000" b="0" i="0" u="none" strike="noStrike">
                <a:solidFill>
                  <a:schemeClr val="bg1"/>
                </a:solidFill>
                <a:effectLst/>
                <a:latin typeface="Arial" panose="020B0604020202020204" pitchFamily="34" charset="0"/>
              </a:rPr>
              <a:t>What is the relationship between sick leave and Job Title (</a:t>
            </a:r>
            <a:r>
              <a:rPr lang="en-GB" sz="4000" b="0" i="0" u="none" strike="noStrike" err="1">
                <a:solidFill>
                  <a:schemeClr val="bg1"/>
                </a:solidFill>
                <a:effectLst/>
                <a:latin typeface="Arial" panose="020B0604020202020204" pitchFamily="34" charset="0"/>
              </a:rPr>
              <a:t>PersonType</a:t>
            </a:r>
            <a:r>
              <a:rPr lang="en-GB" sz="4000" b="0" i="0" u="none" strike="noStrike">
                <a:solidFill>
                  <a:schemeClr val="bg1"/>
                </a:solidFill>
                <a:effectLst/>
                <a:latin typeface="Arial" panose="020B0604020202020204" pitchFamily="34" charset="0"/>
              </a:rPr>
              <a:t>)?</a:t>
            </a:r>
            <a:br>
              <a:rPr lang="en-GB" sz="4000" b="0" i="0" u="none" strike="noStrike">
                <a:solidFill>
                  <a:srgbClr val="000000"/>
                </a:solidFill>
                <a:effectLst/>
                <a:latin typeface="Arial" panose="020B0604020202020204" pitchFamily="34" charset="0"/>
              </a:rPr>
            </a:br>
            <a:br>
              <a:rPr lang="en-GB" sz="4000" b="0" i="0" u="none" strike="noStrike">
                <a:solidFill>
                  <a:srgbClr val="000000"/>
                </a:solidFill>
                <a:effectLst/>
                <a:latin typeface="Arial" panose="020B0604020202020204" pitchFamily="34" charset="0"/>
              </a:rPr>
            </a:br>
            <a:endParaRPr lang="en-US" sz="4000">
              <a:solidFill>
                <a:srgbClr val="FFFFFF"/>
              </a:solidFill>
            </a:endParaRPr>
          </a:p>
        </p:txBody>
      </p:sp>
      <p:pic>
        <p:nvPicPr>
          <p:cNvPr id="5" name="Content Placeholder 4" descr="A graph of a sick leave&#10;&#10;AI-generated content may be incorrect.">
            <a:extLst>
              <a:ext uri="{FF2B5EF4-FFF2-40B4-BE49-F238E27FC236}">
                <a16:creationId xmlns:a16="http://schemas.microsoft.com/office/drawing/2014/main" id="{E6DFC87B-A6C2-BE2C-56DB-B85E939FA90F}"/>
              </a:ext>
            </a:extLst>
          </p:cNvPr>
          <p:cNvPicPr>
            <a:picLocks noGrp="1" noChangeAspect="1"/>
          </p:cNvPicPr>
          <p:nvPr>
            <p:ph idx="1"/>
          </p:nvPr>
        </p:nvPicPr>
        <p:blipFill>
          <a:blip r:embed="rId3"/>
          <a:srcRect l="136" t="9780" r="-136" b="-245"/>
          <a:stretch>
            <a:fillRect/>
          </a:stretch>
        </p:blipFill>
        <p:spPr>
          <a:xfrm>
            <a:off x="1093305" y="1716509"/>
            <a:ext cx="9997114" cy="5090818"/>
          </a:xfrm>
          <a:prstGeom prst="rect">
            <a:avLst/>
          </a:prstGeom>
        </p:spPr>
      </p:pic>
    </p:spTree>
    <p:extLst>
      <p:ext uri="{BB962C8B-B14F-4D97-AF65-F5344CB8AC3E}">
        <p14:creationId xmlns:p14="http://schemas.microsoft.com/office/powerpoint/2010/main" val="258136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B7573-E40E-A355-E676-A62A533397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819FD7-611E-25F1-B409-62B862DAF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58D39E-F37A-304E-A6F9-93D4D5A3D8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32DD7F-F537-10E5-F455-354D27443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E3A5AD5-3B5E-7012-D37B-7275A61C4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2E158B-502E-D30C-668E-A36AE79D7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0D1CFA-69A0-8DC0-5343-A04EAEEFDD36}"/>
              </a:ext>
            </a:extLst>
          </p:cNvPr>
          <p:cNvSpPr>
            <a:spLocks noGrp="1"/>
          </p:cNvSpPr>
          <p:nvPr>
            <p:ph type="title"/>
          </p:nvPr>
        </p:nvSpPr>
        <p:spPr>
          <a:xfrm>
            <a:off x="1371599" y="625892"/>
            <a:ext cx="9441544" cy="1302894"/>
          </a:xfrm>
        </p:spPr>
        <p:txBody>
          <a:bodyPr>
            <a:normAutofit fontScale="90000"/>
          </a:bodyPr>
          <a:lstStyle/>
          <a:p>
            <a:r>
              <a:rPr lang="en-GB" sz="4000" b="0" i="0" u="none" strike="noStrike">
                <a:solidFill>
                  <a:schemeClr val="bg1"/>
                </a:solidFill>
                <a:effectLst/>
                <a:latin typeface="Arial" panose="020B0604020202020204" pitchFamily="34" charset="0"/>
              </a:rPr>
              <a:t>What is the relationship between store trading duration and revenue?</a:t>
            </a:r>
            <a:br>
              <a:rPr lang="en-GB" sz="4000" b="0" i="0" u="none" strike="noStrike">
                <a:solidFill>
                  <a:srgbClr val="000000"/>
                </a:solidFill>
                <a:effectLst/>
                <a:latin typeface="Arial" panose="020B0604020202020204" pitchFamily="34" charset="0"/>
              </a:rPr>
            </a:br>
            <a:br>
              <a:rPr lang="en-GB" sz="4000" b="0" i="0" u="none" strike="noStrike">
                <a:solidFill>
                  <a:srgbClr val="000000"/>
                </a:solidFill>
                <a:effectLst/>
                <a:latin typeface="Arial" panose="020B0604020202020204" pitchFamily="34" charset="0"/>
              </a:rPr>
            </a:br>
            <a:endParaRPr lang="en-US" sz="4000">
              <a:solidFill>
                <a:srgbClr val="FFFFFF"/>
              </a:solidFill>
            </a:endParaRPr>
          </a:p>
        </p:txBody>
      </p:sp>
      <p:pic>
        <p:nvPicPr>
          <p:cNvPr id="3" name="Picture 2" descr="A graph of blue dots&#10;&#10;AI-generated content may be incorrect.">
            <a:extLst>
              <a:ext uri="{FF2B5EF4-FFF2-40B4-BE49-F238E27FC236}">
                <a16:creationId xmlns:a16="http://schemas.microsoft.com/office/drawing/2014/main" id="{9860BABD-3C83-ED58-F4E9-58818F6593EF}"/>
              </a:ext>
            </a:extLst>
          </p:cNvPr>
          <p:cNvPicPr>
            <a:picLocks noChangeAspect="1"/>
          </p:cNvPicPr>
          <p:nvPr/>
        </p:nvPicPr>
        <p:blipFill>
          <a:blip r:embed="rId3"/>
          <a:stretch>
            <a:fillRect/>
          </a:stretch>
        </p:blipFill>
        <p:spPr>
          <a:xfrm>
            <a:off x="2721428" y="1586803"/>
            <a:ext cx="6866374" cy="5149779"/>
          </a:xfrm>
          <a:prstGeom prst="rect">
            <a:avLst/>
          </a:prstGeom>
        </p:spPr>
      </p:pic>
    </p:spTree>
    <p:extLst>
      <p:ext uri="{BB962C8B-B14F-4D97-AF65-F5344CB8AC3E}">
        <p14:creationId xmlns:p14="http://schemas.microsoft.com/office/powerpoint/2010/main" val="2914972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B41C65-D614-C572-03AE-23D224667C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8C6610-34EA-5FA2-74C4-E08A382A4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2F6FFF-A32D-D429-8647-D7B3FBA32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6660D2-E943-A0A2-D2CE-D0046E001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3D792B2-39B0-F64E-F5AE-710DC5EBD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2DD6B5E-458D-0E40-86A9-6962905A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CD140-C619-0068-6E9B-6E21A2E5031B}"/>
              </a:ext>
            </a:extLst>
          </p:cNvPr>
          <p:cNvSpPr>
            <a:spLocks noGrp="1"/>
          </p:cNvSpPr>
          <p:nvPr>
            <p:ph type="title"/>
          </p:nvPr>
        </p:nvSpPr>
        <p:spPr>
          <a:xfrm>
            <a:off x="1371599" y="625892"/>
            <a:ext cx="9441544" cy="1302894"/>
          </a:xfrm>
        </p:spPr>
        <p:txBody>
          <a:bodyPr>
            <a:normAutofit fontScale="90000"/>
          </a:bodyPr>
          <a:lstStyle/>
          <a:p>
            <a:r>
              <a:rPr lang="en-GB" sz="4000" b="0" i="0" u="none" strike="noStrike">
                <a:solidFill>
                  <a:schemeClr val="bg1"/>
                </a:solidFill>
                <a:effectLst/>
                <a:latin typeface="Arial" panose="020B0604020202020204" pitchFamily="34" charset="0"/>
              </a:rPr>
              <a:t>What is the relationship between the size of the stores, number of employees and revenue?</a:t>
            </a:r>
            <a:br>
              <a:rPr lang="en-GB" sz="4000" b="0" i="0" u="none" strike="noStrike">
                <a:solidFill>
                  <a:srgbClr val="000000"/>
                </a:solidFill>
                <a:effectLst/>
                <a:latin typeface="Arial" panose="020B0604020202020204" pitchFamily="34" charset="0"/>
              </a:rPr>
            </a:br>
            <a:br>
              <a:rPr lang="en-GB" sz="4000" b="0" i="0" u="none" strike="noStrike">
                <a:solidFill>
                  <a:srgbClr val="000000"/>
                </a:solidFill>
                <a:effectLst/>
                <a:latin typeface="Arial" panose="020B0604020202020204" pitchFamily="34" charset="0"/>
              </a:rPr>
            </a:br>
            <a:endParaRPr lang="en-US" sz="4000">
              <a:solidFill>
                <a:srgbClr val="FFFFFF"/>
              </a:solidFill>
            </a:endParaRPr>
          </a:p>
        </p:txBody>
      </p:sp>
      <p:pic>
        <p:nvPicPr>
          <p:cNvPr id="18" name="Content Placeholder 17" descr="A graph showing the size of employees&#10;&#10;AI-generated content may be incorrect.">
            <a:extLst>
              <a:ext uri="{FF2B5EF4-FFF2-40B4-BE49-F238E27FC236}">
                <a16:creationId xmlns:a16="http://schemas.microsoft.com/office/drawing/2014/main" id="{4B02D1AD-1FA1-6FD4-125B-5B0AD1BBF23B}"/>
              </a:ext>
            </a:extLst>
          </p:cNvPr>
          <p:cNvPicPr>
            <a:picLocks noGrp="1" noChangeAspect="1"/>
          </p:cNvPicPr>
          <p:nvPr>
            <p:ph idx="1"/>
          </p:nvPr>
        </p:nvPicPr>
        <p:blipFill>
          <a:blip r:embed="rId3"/>
          <a:stretch>
            <a:fillRect/>
          </a:stretch>
        </p:blipFill>
        <p:spPr>
          <a:xfrm>
            <a:off x="455543" y="1591470"/>
            <a:ext cx="4961283" cy="2367998"/>
          </a:xfrm>
          <a:prstGeom prst="rect">
            <a:avLst/>
          </a:prstGeom>
        </p:spPr>
      </p:pic>
      <p:pic>
        <p:nvPicPr>
          <p:cNvPr id="19" name="Picture 18" descr="A graph with blue dots&#10;&#10;AI-generated content may be incorrect.">
            <a:extLst>
              <a:ext uri="{FF2B5EF4-FFF2-40B4-BE49-F238E27FC236}">
                <a16:creationId xmlns:a16="http://schemas.microsoft.com/office/drawing/2014/main" id="{08F8D698-DBB3-3DC1-5D28-E8B201655415}"/>
              </a:ext>
            </a:extLst>
          </p:cNvPr>
          <p:cNvPicPr>
            <a:picLocks noChangeAspect="1"/>
          </p:cNvPicPr>
          <p:nvPr/>
        </p:nvPicPr>
        <p:blipFill>
          <a:blip r:embed="rId4"/>
          <a:stretch>
            <a:fillRect/>
          </a:stretch>
        </p:blipFill>
        <p:spPr>
          <a:xfrm>
            <a:off x="3047998" y="3968197"/>
            <a:ext cx="5665307" cy="2715041"/>
          </a:xfrm>
          <a:prstGeom prst="rect">
            <a:avLst/>
          </a:prstGeom>
        </p:spPr>
      </p:pic>
      <p:pic>
        <p:nvPicPr>
          <p:cNvPr id="20" name="Picture 19" descr="A graph with blue dots&#10;&#10;AI-generated content may be incorrect.">
            <a:extLst>
              <a:ext uri="{FF2B5EF4-FFF2-40B4-BE49-F238E27FC236}">
                <a16:creationId xmlns:a16="http://schemas.microsoft.com/office/drawing/2014/main" id="{D5E6C284-769B-FF5B-2B81-8AE20C5E660D}"/>
              </a:ext>
            </a:extLst>
          </p:cNvPr>
          <p:cNvPicPr>
            <a:picLocks noChangeAspect="1"/>
          </p:cNvPicPr>
          <p:nvPr/>
        </p:nvPicPr>
        <p:blipFill>
          <a:blip r:embed="rId5"/>
          <a:stretch>
            <a:fillRect/>
          </a:stretch>
        </p:blipFill>
        <p:spPr>
          <a:xfrm>
            <a:off x="5731564" y="1599370"/>
            <a:ext cx="5085523" cy="2400301"/>
          </a:xfrm>
          <a:prstGeom prst="rect">
            <a:avLst/>
          </a:prstGeom>
        </p:spPr>
      </p:pic>
    </p:spTree>
    <p:extLst>
      <p:ext uri="{BB962C8B-B14F-4D97-AF65-F5344CB8AC3E}">
        <p14:creationId xmlns:p14="http://schemas.microsoft.com/office/powerpoint/2010/main" val="72882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1177132-9cff-4bdb-9b7f-c7de35a4d82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AE2C488C280046849C482FBF6223F7" ma:contentTypeVersion="9" ma:contentTypeDescription="Create a new document." ma:contentTypeScope="" ma:versionID="7082ccee5cccd1d8b16395fc8dd747ef">
  <xsd:schema xmlns:xsd="http://www.w3.org/2001/XMLSchema" xmlns:xs="http://www.w3.org/2001/XMLSchema" xmlns:p="http://schemas.microsoft.com/office/2006/metadata/properties" xmlns:ns2="e1177132-9cff-4bdb-9b7f-c7de35a4d82c" targetNamespace="http://schemas.microsoft.com/office/2006/metadata/properties" ma:root="true" ma:fieldsID="85fd2d94171fe8feb1678a500b333889" ns2:_="">
    <xsd:import namespace="e1177132-9cff-4bdb-9b7f-c7de35a4d82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177132-9cff-4bdb-9b7f-c7de35a4d8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12e6a1c-c778-403a-bcf3-20fd516974b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A79209-0521-4BDF-A7ED-BBCC9652C5B9}">
  <ds:schemaRefs>
    <ds:schemaRef ds:uri="http://schemas.microsoft.com/sharepoint/v3/contenttype/forms"/>
  </ds:schemaRefs>
</ds:datastoreItem>
</file>

<file path=customXml/itemProps2.xml><?xml version="1.0" encoding="utf-8"?>
<ds:datastoreItem xmlns:ds="http://schemas.openxmlformats.org/officeDocument/2006/customXml" ds:itemID="{70BA8F7D-EF46-47E9-832E-ABB98D0A97C4}">
  <ds:schemaRefs>
    <ds:schemaRef ds:uri="e1177132-9cff-4bdb-9b7f-c7de35a4d82c"/>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43FB5A2-A52C-4F79-8E6E-D609BC8153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177132-9cff-4bdb-9b7f-c7de35a4d8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What are the regional sales in the best performing country? </vt:lpstr>
      <vt:lpstr>PowerPoint Presentation</vt:lpstr>
      <vt:lpstr>PowerPoint Presentation</vt:lpstr>
      <vt:lpstr>What is the relationship between sick leave and Job Title (PersonType)?  </vt:lpstr>
      <vt:lpstr>What is the relationship between sick leave and Job Title (PersonType)?  </vt:lpstr>
      <vt:lpstr>What is the relationship between store trading duration and revenue?  </vt:lpstr>
      <vt:lpstr>What is the relationship between the size of the stores, number of employees and revenue?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Agathe S (DA-LON14)</dc:creator>
  <cp:revision>7</cp:revision>
  <dcterms:created xsi:type="dcterms:W3CDTF">2025-11-18T16:19:27Z</dcterms:created>
  <dcterms:modified xsi:type="dcterms:W3CDTF">2025-11-20T12:38:15Z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0x010100D7AE2C488C280046849C482FBF6223F7</vt:lpwstr>
  </property>
  <property fmtid="{D5CDD505-2E9C-101B-9397-08002B2CF9AE}" pid="3" name="MediaServiceImageTags">
    <vt:lpwstr/>
  </property>
</Properties>
</file>